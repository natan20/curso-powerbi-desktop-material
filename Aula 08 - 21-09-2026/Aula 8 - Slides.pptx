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9" r:id="rId30"/>
    <p:sldId id="301" r:id="rId22"/>
    <p:sldId id="302" r:id="rId23"/>
    <p:sldId id="303" r:id="rId24"/>
    <p:sldId id="304" r:id="rId25"/>
    <p:sldId id="305" r:id="rId26"/>
    <p:sldId id="306" r:id="rId27"/>
    <p:sldId id="310" r:id="rId31"/>
    <p:sldId id="307" r:id="rId28"/>
    <p:sldId id="308" r:id="rId29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8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Visualizações: Tipos de Gráficos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21/09/2026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Catálogo de visuais do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Guia pergunta → visual e anti-padrões a evitar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Montar uma página com 5 tipos de visual diferentes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8 · 21/09/2026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Visualizações: Tipos de Gráficos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Catálogo de visuais e como escolher o gráfico certo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 gráfico errado pode fazer um dado correto parecer enganoso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Escolher o visual certo é tão importante quanto ter os números certos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Colunas e barras: comparação entre categorias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Linha e área: evolução ao longo do tempo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Pizza e rosca: proporção de um todo (com moderação)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Mapa: distribuição geográfica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Cartão, tabela e matriz: KPI único e dados detalhados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Anti-padrões: pizza com muitas fatias, gráfico 3D, excesso de cores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Guia rápido: pergunta →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Comparar categorias → Colunas / Barras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Evolução no tempo → Linha / Área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Proporção de um todo → Pizza / Rosca (poucas fatias)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Distribuição geográfica → Mapa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Número-resumo (KPI) → Cartão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Detalhe linha a linha → Tabela / Matriz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Criar a página "Visão Geral de Vendas"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Adicionar Colunas — Total de Vendas por Categoria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Adicionar Linha — Total de Vendas por mês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Adicionar Mapa — Total de Vendas por Região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5. Adicionar Cartão — Total de Vendas geral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6. Adicionar Tabela — detalhe por Vendedor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Uma página de relatório com pelo menos 5 tipos de visual diferentes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Cada visual respondendo a uma pergunta de negócio específica e clara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a página "Visão Geral de Vendas"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Adicionar Colunas — Total de Vendas por Categoria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Adicionar Linha — Total de Vendas por mês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Adicionar Mapa — Total de Vendas por Região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Adicionar Cartão — Total de Vendas geral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Adicionar Tabela — detalhe por Vendedor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Visual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Cada gráfico, tabela ou cartão dentro de um relatório.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Cartão (Card)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Visual que exibe um único número/KPI em destaque.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Matriz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Visual em formato de tabela cruzada, com totais e subtotais.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Medidor (Gauge)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Visual que mostra um valor em relação a uma meta.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Anti-padrão de visualização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Prática de design que prejudica a leitura do dado.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Colunas e barras: comparação entre categorias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Linha e área: evolução ao longo do tempo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Pizza e rosca: proporção de um todo (com moderação)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Mapa: distribuição geográfica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Cartão, tabela e matriz: KPI único e dados detalhados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Anti-padrões: pizza com muitas fatias, gráfico 3D, excesso de cores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formatação de visualizações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Anti-padrões de visualização a evitar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Gráfico de pizza com muitas fatias — fica ilegível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Gráficos em 3D — dificultam a leitura precisa dos valores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Excesso de cores sem relação com o significado dos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Visual sem título — o usuário não sabe o que está vendo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Eixo cortado/manipulado — pode fazer uma diferença pequena parecer enorme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Cite três tipos de visual e para que tipo de pergunta cada um é indicado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Por que um gráfico de pizza com muitas fatias é considerado um anti-padrão?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visual você usaria para mostrar um único KPI, como o total de vendas do mês?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significa dizer que “cada visual deve responder a uma pergunta”?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