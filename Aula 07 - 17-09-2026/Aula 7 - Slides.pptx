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6.xml"/><Relationship Id="rId3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7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DAX Avançado: CALCULATE e Inteligência de Tempo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17/09/2026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A função CALCULATE e a modificação do contexto de filtro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Inteligência de tempo: SAMEPERIODLASTYEAR, DATESYTD,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Medidas de Vendas Ano Anterior, YTD e variação percentual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7 · 17/09/2026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DAX Avançado: CALCULATE e Inteligência de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Contexto de filtro, CALCULATE e comparações ano a ano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"Como estamos em relação ao ano passado?" é uma das perguntas mais comuns em qualquer negócio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CALCULATE e inteligência de tempo são o que tornam essa pergunta respondível em segundos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função CALCULATE: como ela modifica o contexto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Exemplos práticos: vendas de uma categoria ou região específica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CALCULATE na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Sintaxe: CALCULATE(&lt;expressão&gt;, &lt;filtro1&gt;, &lt;filtro2&gt;, ...)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CALCULATE é considerada a função mais importante do DAX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Vendas Eletrônicos = CALCULATE([Total de Vendas], Vendas[Categoria] = "Eletrônicos")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Vendas Sudeste = CALCULATE([Total de Vendas], Vendas[Região] = "Sudeste")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medida Vendas Ano Anterior com SAMEPERIODLASTYEAR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medida Vendas YTD com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medida Variação % vs Ano Anterior (usando DIVIDE)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Exibir as medidas em um cartão ou tabela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Medidas de Vendas Ano Anterior e Vendas YTD funcionando corretamente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medida de variação percentual pronta para uso em um cartão ou gráfico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Vendas Ano Anterior com SAMEPERIODLASTYEAR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Vendas YTD com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Variação % vs Ano Anterior (usando DIVIDE)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Exibir as medidas em um cartão ou tabela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CALCULATE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Função DAX que modifica o contexto de filtro de um cálculo.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filtros ativos no momento em que uma medida é calculada.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Inteligência de tempo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Funções DAX para comparar períodos (ano, mês, trimestre).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SAMEPERIODLASTYEAR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Retorna o mesmo período do ano anterior.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YTD (Year-To-Date)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Acumulado do início do ano até a data atual.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função CALCULATE?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a função SAMEPERIODLASTYEAR faz e de que tabela ela depende?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usar DIVIDE em vez do operador de divisão "/"?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Dê um exemplo de medida usando TOTALYTD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função CALCULATE: como ela modifica o contexto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Exemplos práticos: vendas de uma categoria ou região específica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visualizações: tipos de gráficos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