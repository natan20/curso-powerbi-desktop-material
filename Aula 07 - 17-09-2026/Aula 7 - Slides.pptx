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10" r:id="rId21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6.xml"/><Relationship Id="rId30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7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DAX Avançado: CALCULATE e Inteligência de Tempo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17/09/2026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A função CALCULATE e a modificação do contexto de filtro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Inteligência de tempo: SAMEPERIODLASTYEAR, DATESYTD, TOTALYTD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Medidas de Vendas Ano Anterior, YTD e variação percentual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7 · 17/09/2026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DAX Avançado: CALCULATE e Inteligência de Tempo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Contexto de filtro, CALCULATE e comparações ano a ano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"Como estamos em relação ao ano passado?" é uma das perguntas mais comuns em qualquer negócio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CALCULATE e inteligência de tempo são o que tornam essa pergunta respondível em segundos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 função CALCULATE: como ela modifica o contexto de filtro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Exemplos práticos: vendas de uma categoria ou região específica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de inteligência de tempo (dependem da tabela Calendário)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SAMEPERIODLASTYEAR, DATESYTD e TOTALYTD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Comparação ano a ano: cálculo de variação percentual entre períodos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Variáveis DAX (VAR/RETURN): organizando fórmulas complexas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CALCULATE na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Sintaxe: CALCULATE(&lt;expressão&gt;, &lt;filtro1&gt;, &lt;filtro2&gt;, ...)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CALCULATE é considerada a função mais importante do DAX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Vendas Eletrônicos = CALCULATE([Total de Vendas], Vendas[Categoria] = "Eletrônicos")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Vendas Sudeste = CALCULATE([Total de Vendas], Vendas[Região] = "Sudeste")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Variáveis em DAX: VAR 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VAR nomeia um valor intermediário dentro de uma medida — evita repetir a mesma expressão várias vezes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Sintaxe: VAR NomeVariavel = &lt;expressão&gt; RETURN &lt;expressão final usando a variável&gt;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Deixa fórmulas complexas (como as com CALCULATE) mais fáceis de ler e depurar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Cada VAR só é calculada uma vez, mesmo se usada em várias partes da fórmula — bom para performance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Exemplo: VAR VendasAtual = SUM(Vendas[Valor Total]) RETURN VendasAtual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Criar medida Vendas Ano Anterior com SAMEPERIODLASTYEAR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Criar medida Vendas YTD com TOTALYTD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medida Variação % vs Ano Anterior (usando DIVIDE)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Exibir as medidas em um cartão ou tabela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Medidas de Vendas Ano Anterior e Vendas YTD funcionando corretamente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medida de variação percentual pronta para uso em um cartão ou gráfico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Vendas Ano Anterior com SAMEPERIODLASTYEAR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Vendas YTD com TOTALYTD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Variação % vs Ano Anterior (usando DIVIDE)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Exibir as medidas em um cartão ou tabela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CALCULATE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Função DAX que modifica o contexto de filtro de um cálculo.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Contexto de filtro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filtros ativos no momento em que uma medida é calculada.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Inteligência de tempo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Funções DAX para comparar períodos (ano, mês, trimestre).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SAMEPERIODLASTYEAR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Retorna o mesmo período do ano anterior.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YTD (Year-To-Date)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Acumulado do início do ano até a data atual.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VAR / RETURN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Declara uma variável dentro de uma medida para simplificar e reaproveitar cálculos intermediários.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a função CALCULATE?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a função SAMEPERIODLASTYEAR faz e de que tabela ela depende?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Por que usar DIVIDE em vez do operador de divisão "/"?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Dê um exemplo de medida usando TOTALYTD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declarar uma variável com VAR em uma medida DAX?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 função CALCULATE: como ela modifica o contexto de filtro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Exemplos práticos: vendas de uma categoria ou região específica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de inteligência de tempo (dependem da tabela Calendário)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SAMEPERIODLASTYEAR, DATESYTD e TOTALYTD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Comparação ano a ano: cálculo de variação percentual entre períodos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Variáveis DAX (VAR/RETURN): organizando fórmulas complexas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visualizações: tipos de gráficos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