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294" r:id="rId15"/>
    <p:sldId id="295" r:id="rId16"/>
    <p:sldId id="296" r:id="rId17"/>
    <p:sldId id="297" r:id="rId18"/>
    <p:sldId id="298" r:id="rId19"/>
    <p:sldId id="308" r:id="rId29"/>
    <p:sldId id="301" r:id="rId22"/>
    <p:sldId id="302" r:id="rId23"/>
    <p:sldId id="303" r:id="rId24"/>
    <p:sldId id="304" r:id="rId25"/>
    <p:sldId id="305" r:id="rId26"/>
    <p:sldId id="309" r:id="rId30"/>
    <p:sldId id="306" r:id="rId27"/>
    <p:sldId id="307" r:id="rId28"/>
  </p:sldIdLst>
  <p:sldSz cx="18288000" cy="10287000"/>
  <p:notesSz cx="6858000" cy="9144000"/>
  <p:embeddedFontLst>
    <p:embeddedFont>
      <p:font typeface="Unbounded 1 Ultra-Bold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22" autoAdjust="0"/>
  </p:normalViewPr>
  <p:slideViewPr>
    <p:cSldViewPr>
      <p:cViewPr varScale="1">
        <p:scale>
          <a:sx n="44" d="100"/>
          <a:sy n="44" d="100"/>
        </p:scale>
        <p:origin x="900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10" Type="http://schemas.openxmlformats.org/officeDocument/2006/relationships/font" Target="fonts/font1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2" Type="http://schemas.openxmlformats.org/officeDocument/2006/relationships/slide" Target="slides/slide7.xml"/><Relationship Id="rId23" Type="http://schemas.openxmlformats.org/officeDocument/2006/relationships/slide" Target="slides/slide8.xml"/><Relationship Id="rId24" Type="http://schemas.openxmlformats.org/officeDocument/2006/relationships/slide" Target="slides/slide9.xml"/><Relationship Id="rId25" Type="http://schemas.openxmlformats.org/officeDocument/2006/relationships/slide" Target="slides/slide10.xml"/><Relationship Id="rId26" Type="http://schemas.openxmlformats.org/officeDocument/2006/relationships/slide" Target="slides/slide11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6.xml"/><Relationship Id="rId30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500000" y="2900000"/>
            <a:ext cx="71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DDF1FF"/>
                </a:solidFill>
                <a:latin typeface="Calibri"/>
              </a:rPr>
              <a:t>Aula 9</a:t>
            </a:r>
          </a:p>
          <a:p>
            <a:pPr algn="l">
              <a:spcAft>
                <a:spcPts val="800"/>
              </a:spcAft>
            </a:pPr>
            <a:r>
              <a:rPr sz="3500" b="1">
                <a:solidFill>
                  <a:srgbClr val="FFFFFF"/>
                </a:solidFill>
                <a:latin typeface="Calibri"/>
              </a:rPr>
              <a:t>Formatação de Visualizações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DDF1FF"/>
                </a:solidFill>
                <a:latin typeface="Calibri"/>
              </a:rPr>
              <a:t>Curso: Assistente em Análise de Dados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DDF1FF"/>
                </a:solidFill>
                <a:latin typeface="Calibri"/>
              </a:rPr>
              <a:t>Turma 103788  ·  23/09/2026  ·  13h-17h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13:00 – 13:15   Abertura e recap da aula anterior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13:15 – 14:15   Painel de formatação, paleta de cores e temas do relatório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14:15 – 15:00   Tooltips personalizados, formatação condicional e rótulos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15:00 – 15:15   Intervalo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15:15 – 16:15   Aplicar tema, formatação condicional e tooltip customizado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16:15 – 16:45   Checklist e ajustes finais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16:45 – 17:00   Fechamento e próximos passos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AULA 9 · 23/09/2026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900" b="1">
                <a:solidFill>
                  <a:srgbClr val="333333"/>
                </a:solidFill>
                <a:latin typeface="Calibri"/>
              </a:rPr>
              <a:t>Formatação de Visualizações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1F497D"/>
                </a:solidFill>
                <a:latin typeface="Calibri"/>
              </a:rPr>
              <a:t>Temas, formatação condicional, tooltips e rótulos de dados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Por que isso importa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Formatação não é só estética — cores e destaques mal usados escondem o que realmente importa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Um relatório bem formatado é lido e entendido muito mais rápido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Conteúdos de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Painel de formatação de um visual: título, eixos, cores, bordas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Paleta de cores e temas do relatório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Tooltips personalizados (página de detalhe ao passar o mouse)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Formatação condicional: regras de cor em tabelas/matrizes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Ícones condicionais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Rótulos de dados (data labels)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Tooltips personalizados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Tooltip: informação que aparece ao passar o mouse sobre um ponto do gráfico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É possível criar uma página especial (tamanho tooltip) com visuais próprios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Essa página é associada a outro visual, enriquecendo a informação exibida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Ótimo para mostrar contexto extra sem poluir o visual principal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MÃO NA MASSA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900" b="1">
                <a:solidFill>
                  <a:srgbClr val="333333"/>
                </a:solidFill>
                <a:latin typeface="Calibri"/>
              </a:rPr>
              <a:t>Atividade prática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Passo a passo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1. Aplicar um tema de cores consistente ao relatório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2. Configurar formatação condicional em uma tabela/matriz (destacar vendedores abaixo da média)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3. Personalizar um tooltip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4. Ajustar os rótulos de dados dos gráficos principais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Resultado esperado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Um relatório com tema de cores consistente em todos os visuais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Uma tabela/matriz com formatação condicional destacando valores fora do esperado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Checklist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Aplicar um tema de cores consistente ao relatório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Configurar formatação condicional em uma tabela/matriz (destacar vendedores abaixo da média)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Personalizar um tooltip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Ajustar os rótulos de dados dos gráficos principais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Glossário desta aula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6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Tema do relatório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Conjunto padronizado de cores e estilos aplicado a todos os visuais.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Formatação condicional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Regra que muda a aparência de um dado conforme seu valor.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Tooltip personalizado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Página de detalhe extra exibida ao passar o mouse sobre um visual.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Rótulo de dados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Texto com o valor exibido diretamente sobre um ponto/barra do gráfico.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Perguntas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O que é um tema de relatório e por que ele é importante?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Dê um exemplo de uso de formatação condicional em uma tabela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Como um tooltip personalizado pode enriquecer a leitura de um gráfico?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Quando pode ser um problema usar rótulos de dados em excesso?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Painel de formatação de um visual: título, eixos, cores, bordas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Paleta de cores e temas do relatório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Tooltips personalizados (página de detalhe ao passar o mouse)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Formatação condicional: regras de cor em tabelas/matrizes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Ícones condicionais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Rótulos de dados (data labels)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Próxima aula: interatividade: filtros e segmentações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54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54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2</Words>
  <Application>Microsoft Office PowerPoint</Application>
  <PresentationFormat>Personalizar</PresentationFormat>
  <Paragraphs>1</Paragraphs>
  <Slides>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5</vt:i4>
      </vt:variant>
    </vt:vector>
  </HeadingPairs>
  <TitlesOfParts>
    <vt:vector size="10" baseType="lpstr">
      <vt:lpstr>Arial</vt:lpstr>
      <vt:lpstr>Calibri</vt:lpstr>
      <vt:lpstr>Unbounded 1 Ultra-Bold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Ana Claudia Conceição</cp:lastModifiedBy>
  <cp:revision>13</cp:revision>
  <dcterms:created xsi:type="dcterms:W3CDTF">2006-08-16T00:00:00Z</dcterms:created>
  <dcterms:modified xsi:type="dcterms:W3CDTF">2025-01-30T12:04:47Z</dcterms:modified>
  <dc:identifier>DAGGnDa8uXQ</dc:identifier>
</cp:coreProperties>
</file>