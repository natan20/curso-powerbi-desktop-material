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8" r:id="rId29"/>
    <p:sldId id="30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9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Formatação de Visualizações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23/09/2026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Painel de formatação, paleta de cores e temas do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Tooltips personalizados, formatação condicional e rótulos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Aplicar tema, formatação condicional e tooltip customizado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9 · 23/09/2026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Formatação de Visualizações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Temas, formatação condicional, tooltips e rótulos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não é só estética — cores e destaques mal usados escondem o que realmente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bem formatado é lido e entendido muito mais rápido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Painel de formatação de um visual: título, eixos, cores, bordas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Paleta de cores e temas do relatório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Tooltips personalizados (página de detalhe ao passar o mouse)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condicional: regras de cor em tabelas/matrizes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Ícones condicionais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Rótulos de dados (data labels)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Aplicar um tema de cores consistente ao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Configurar formatação condicional em uma tabela/matriz (destacar vendedores abaixo da média)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Personalizar um tooltip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Ajustar os rótulos de dados dos gráficos principais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com tema de cores consistente em todos os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tabela/matriz com formatação condicional destacando valores fora do esperado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Aplicar um tema de cores consistente ao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Configurar formatação condicional em uma tabela/matriz (destacar vendedores abaixo da média)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Personalizar um tooltip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Ajustar os rótulos de dados dos gráficos principais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Tema do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padronizado de cores e estilos aplicado a todos os visuais.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Formatação condicional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Regra que muda a aparência de um dado conforme seu valor.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Tooltip personalizado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Página de detalhe extra exibida ao passar o mouse sobre um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Rótulo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Texto com o valor exibido diretamente sobre um ponto/barra do gráfico.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Painel de formatação de um visual: título, eixos, cores, bordas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Paleta de cores e temas do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Tooltips personalizados (página de detalhe ao passar o mouse)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condicional: regras de cor em tabelas/matrizes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Ícones condicionais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Rótulos de dados (data labels)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interatividade: filtros e segmentações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Tooltips personalizados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Tooltip: informação que aparece ao passar o mouse sobre um ponto do gráfico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possível criar uma página especial (tamanho tooltip) com visuais próprios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Essa página é associada a outro visual, enriquecendo a informação exibida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Ótimo para mostrar contexto extra sem poluir o visual principal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tema de relatório e por que ele é importante?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Dê um exemplo de uso de formatação condicional em uma tabela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um tooltip personalizado pode enriquecer a leitura de um gráfico?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pode ser um problema usar rótulos de dados em excesso?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