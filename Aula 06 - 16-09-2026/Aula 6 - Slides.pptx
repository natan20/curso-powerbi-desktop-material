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6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Introdução ao DAX: Medidas e Agregações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16/09/2026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Sintaxe básica de DAX e coluna calculada x medida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Funções agregadoras: SUM, AVERAGE, COUNT, DISTINCTCOUNT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Criar 4 medidas essenciais e exibi-las em cartões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6 · 16/09/2026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Introdução ao DAX: Medidas e Agregações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Sintaxe DAX, coluna calculada x medida e funções de agregação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bonito sem medidas corretas está mostrando números errados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Medidas bem escritas são a base de confiança de qualquer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Sintaxe básica de uma fórmula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Diferença entre coluna calculada e medida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SUM, AVERAGE, COUNT, COUNTROWS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MIN, MAX, DISTINCTCOUNT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nomenclatura de medidas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Organização das medidas em uma tabela/pasta dedicada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Criar medida Total de Vendas (SUM)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medida Ticket Médio (AVERAGE)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medida Quantidade de Pedidos (COUNTROWS)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Criar medida Clientes Distintos (DISTINCTCOUNT)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Exibir as 4 medidas em cartões (Card)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4 medidas DAX criadas e organizadas, com nomes claros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Cartões no relatório exibindo Total de Vendas, Ticket Médio, Pedidos e Clientes Distintos corretamente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Total de Vendas (SUM)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Ticket Médio (AVERAGE)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Quantidade de Pedidos (COUNTROWS)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Clientes Distintos (DISTINCTCOUNT)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Exibir as 4 medidas em cartões (Card)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dinâmico, recalculado conforme o contexto do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Coluna calculada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Coluna criada com uma fórmula, calculada linha a linha.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Contexto de linha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 "estado" de cálculo referente a uma linha específica de uma tabela.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Contexto de filtro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filtros ativos no momento em que uma medida é calculada.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DISTINCTCOUNT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Função DAX que conta valores distintos de uma coluna.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Sintaxe básica de uma fórmula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Diferença entre coluna calculada e medida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SUM, AVERAGE, COUNT, COUNTROWS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agregadoras: MIN, MAX, DISTINCTCOUNT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Boas práticas de nomenclatura de medidas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Organização das medidas em uma tabela/pasta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DAX avançado: CALCULATE e inteligência de tempo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Coluna calculada x Medida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Coluna calculada — calculada linha a linha, fica armazenada na tabela (ocupa espaço)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Coluna calculada — boa para categorizar/classificar linhas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Medida — calculada dinamicamente, conforme o contexto do visual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Medida — não é armazenada, é calculada em tempo real; boa para agregações (soma, média, contagem)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coluna calculada e medida?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a função DISTINCTCOUNT?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Escreva a fórmula DAX de uma medida que soma o Valor Total da tabela Vendas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é uma boa prática criar uma tabela dedicada só para medidas?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