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308" r:id="rId29"/>
    <p:sldId id="301" r:id="rId22"/>
    <p:sldId id="302" r:id="rId23"/>
    <p:sldId id="303" r:id="rId24"/>
    <p:sldId id="304" r:id="rId25"/>
    <p:sldId id="305" r:id="rId26"/>
    <p:sldId id="309" r:id="rId30"/>
    <p:sldId id="306" r:id="rId27"/>
    <p:sldId id="307" r:id="rId28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2" Type="http://schemas.openxmlformats.org/officeDocument/2006/relationships/slide" Target="slides/slide7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10.xml"/><Relationship Id="rId26" Type="http://schemas.openxmlformats.org/officeDocument/2006/relationships/slide" Target="slides/slide11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6.xml"/><Relationship Id="rId30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00000" y="2900000"/>
            <a:ext cx="71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6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Introdução ao DAX: Medidas e Agregações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Turma 103788  ·  16/09/2026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13:15   Abertura e recap da aula anterior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13:15 – 14:15   Sintaxe básica de DAX e coluna calculada x medida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14:15 – 15:00   Funções agregadoras: SUM, AVERAGE, COUNT, DISTINCTCOUNT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15:00 – 15:15 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15:15 – 16:15   Criar 4 medidas essenciais e exibi-las em cartões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16:15 – 16:45   Checklist e ajustes finais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AULA 6 · 16/09/2026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Introdução ao DAX: Medidas e Agregações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F497D"/>
                </a:solidFill>
                <a:latin typeface="Calibri"/>
              </a:rPr>
              <a:t>Sintaxe DAX, coluna calculada x medida e funções de agregação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 relatório bonito sem medidas corretas está mostrando números errados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Medidas bem escritas são a base de confiança de qualquer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Sintaxe básica de uma fórmula DAX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Diferença entre coluna calculada e medida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Funções agregadoras: SUM, AVERAGE, COUNT, COUNTROWS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Funções agregadoras: MIN, MAX, DISTINCTCOUNT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Boas práticas de nomenclatura de medidas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Organização das medidas em uma tabela/pasta dedicada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Coluna calculada x Medida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Coluna calculada — calculada linha a linha, fica armazenada na tabela (ocupa espaço)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Coluna calculada — boa para categorizar/classificar linhas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Medida — calculada dinamicamente, conforme o contexto do visual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Medida — não é armazenada, é calculada em tempo real; boa para agregações (soma, média, contagem)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Passo a passo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1. Criar medida Total de Vendas (SUM)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2. Criar medida Ticket Médio (AVERAGE)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3. Criar medida Quantidade de Pedidos (COUNTROWS)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4. Criar medida Clientes Distintos (DISTINCTCOUNT)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5. Exibir as 4 medidas em cartões (Card)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Resultado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4 medidas DAX criadas e organizadas, com nomes claros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Cartões no relatório exibindo Total de Vendas, Ticket Médio, Pedidos e Clientes Distintos corretamente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medida Total de Vendas (SUM)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medida Ticket Médio (AVERAGE)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medida Quantidade de Pedidos (COUNTROWS)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medida Clientes Distintos (DISTINCTCOUNT)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Exibir as 4 medidas em cartões (Card)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Medida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Cálculo dinâmico, recalculado conforme o contexto do visual.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Coluna calculada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Coluna criada com uma fórmula, calculada linha a linha.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Contexto de linha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O "estado" de cálculo referente a uma linha específica de uma tabela.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Contexto de filtro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Conjunto de filtros ativos no momento em que uma medida é calculada.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DISTINCTCOUNT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Função DAX que conta valores distintos de uma coluna.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 a diferença entre coluna calculada e medida?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Para que serve a função DISTINCTCOUNT?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Escreva a fórmula DAX de uma medida que soma o Valor Total da tabela Vendas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Por que é uma boa prática criar uma tabela dedicada só para medidas?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Sintaxe básica de uma fórmula DAX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Diferença entre coluna calculada e medida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Funções agregadoras: SUM, AVERAGE, COUNT, COUNTROWS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Funções agregadoras: MIN, MAX, DISTINCTCOUNT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Boas práticas de nomenclatura de medidas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Organização das medidas em uma tabela/pasta dedicada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Próxima aula: DAX avançado: CALCULATE e inteligência de tempo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