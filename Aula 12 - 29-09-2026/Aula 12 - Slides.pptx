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8.xml"/><Relationship Id="rId3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12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Publicação e Compartilhamento no Power BI Service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29/09/2026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O que é o Power BI Service e como publicar um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Criar dashboard no Service, compartilhar e licenciamento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Publicar o relatório e fixar visuais em um dashboard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12 · 29/09/2026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Publicação e Compartilhamento no Power BI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Do Desktop para a nuvem: publicar, fixar e compartilhar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só gera valor quando chega até quem precisa dele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Publicar no Service é o que transforma um arquivo pessoal em uma ferramenta de equipe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o Power BI Service (app.powerbi.com)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Publicar um relatório: Página Inicial &gt; Publicar &gt; escolher workspace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um dashboard no Service a partir de visuais fixados (pin)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Compartilhar: enviar link, convidar colegas para o workspace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Licenciamento: noção de Free x Pro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Plano B para quem não tiver licença/conta disponível em sala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Licenciamento: Free x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Licença Free — permite publicar no seu espaço de trabalho pessoal, mas com limitações para compartilhar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Licença Pro — permite criar e usar workspaces colaborativos, compartilhando com o time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Nem toda organização disponibiliza licença Pro para todos os usuários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Isso é uma decisão de custo/uso de cada empresa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Publicar o relatório consolidado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Escolher o workspace de destino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um novo dashboard no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Fixar (pin) pelo menos 2 visuais nesse 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relatório publicado em um workspace no Power BI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dashboard no Service com pelo menos 2 visuais fixados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Publicar o relatório consolidado no Power BI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Escolher o workspace de destino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novo dashboard no Service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Fixar (pin) pelo menos 2 visuais nesse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Power BI Service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Versão em nuvem do Power BI, usada para publicar e compartilhar relatórios.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Workspace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Espaço de trabalho no Service onde relatórios e dashboards ficam organizados.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Publicar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Ação de enviar um relatório do Desktop para 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Fixar (Pin)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Adicionar um visual de um relatório a um dashboard do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Licença Free/Pro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Níveis de licenciamento; algumas ações de compartilhamento exigem Pro.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o Power BI Desktop e o Power BI Service?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workspace?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licença Free e Pro?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“fixar” (pin) um visual no Service?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o Power BI Service (app.powerbi.com)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Publicar um relatório: Página Inicial &gt; Publicar &gt; escolher workspace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Criar um dashboard no Service a partir de visuais fixados (pin)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Compartilhar: enviar link, convidar colegas para o workspace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Licenciamento: noção de Free x Pro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Plano B para quem não tiver licença/conta disponível em sala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segurança e atualização de dados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