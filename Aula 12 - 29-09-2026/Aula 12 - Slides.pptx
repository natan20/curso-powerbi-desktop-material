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8" r:id="rId29"/>
    <p:sldId id="301" r:id="rId22"/>
    <p:sldId id="302" r:id="rId23"/>
    <p:sldId id="303" r:id="rId24"/>
    <p:sldId id="304" r:id="rId25"/>
    <p:sldId id="305" r:id="rId26"/>
    <p:sldId id="309" r:id="rId30"/>
    <p:sldId id="306" r:id="rId27"/>
    <p:sldId id="307" r:id="rId28"/>
  </p:sldIdLst>
  <p:sldSz cx="18288000" cy="10287000"/>
  <p:notesSz cx="6858000" cy="9144000"/>
  <p:embeddedFontLst>
    <p:embeddedFont>
      <p:font typeface="Unbounded 1 Ultra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0" Type="http://schemas.openxmlformats.org/officeDocument/2006/relationships/font" Target="fonts/font1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00000" y="2900000"/>
            <a:ext cx="71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DDF1FF"/>
                </a:solidFill>
                <a:latin typeface="Calibri"/>
              </a:rPr>
              <a:t>Aula 12</a:t>
            </a:r>
          </a:p>
          <a:p>
            <a:pPr algn="l">
              <a:spcAft>
                <a:spcPts val="800"/>
              </a:spcAft>
            </a:pPr>
            <a:r>
              <a:rPr sz="3500" b="1">
                <a:solidFill>
                  <a:srgbClr val="FFFFFF"/>
                </a:solidFill>
                <a:latin typeface="Calibri"/>
              </a:rPr>
              <a:t>Publicação e Compartilhamento no Power BI Service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DDF1FF"/>
                </a:solidFill>
                <a:latin typeface="Calibri"/>
              </a:rPr>
              <a:t>Curso: Assistente em Análise de Dados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DDF1FF"/>
                </a:solidFill>
                <a:latin typeface="Calibri"/>
              </a:rPr>
              <a:t>Turma 103788  ·  29/09/2026  ·  13h-17h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Agenda da aula (4h)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13:00 – 13:15   Abertura e recap da aula anterior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13:15 – 14:15   O que é o Power BI Service e como publicar um relatório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14:15 – 15:00   Criar dashboard no Service, compartilhar e licenciamento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15:00 – 15:15   Intervalo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15:15 – 16:15   Publicar o relatório e fixar visuais em um dashboard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16:15 – 16:45   Checklist e ajustes finais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16:45 – 17:00   Fechamento e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497D"/>
                </a:solidFill>
                <a:latin typeface="Calibri"/>
              </a:rPr>
              <a:t>AULA 12 · 29/09/2026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900" b="1">
                <a:solidFill>
                  <a:srgbClr val="333333"/>
                </a:solidFill>
                <a:latin typeface="Calibri"/>
              </a:rPr>
              <a:t>Publicação e Compartilhamento no Power BI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1F497D"/>
                </a:solidFill>
                <a:latin typeface="Calibri"/>
              </a:rPr>
              <a:t>Do Desktop para a nuvem: publicar, fixar e compartilhar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Por que isso importa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Um relatório só gera valor quando chega até quem precisa dele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Publicar no Service é o que transforma um arquivo pessoal em uma ferramenta de equipe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Conteúdos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O que é o Power BI Service (app.powerbi.com)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Publicar um relatório: Página Inicial &gt; Publicar &gt; escolher workspace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Conteúdos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Criar um dashboard no Service a partir de visuais fixados (pin)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Compartilhar: enviar link, convidar colegas para o workspace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Conteúdos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Licenciamento: noção de Free x Pro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Plano B para quem não tiver licença/conta disponível em sala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497D"/>
                </a:solidFill>
                <a:latin typeface="Calibri"/>
              </a:rPr>
              <a:t>MÃO NA MASSA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900" b="1">
                <a:solidFill>
                  <a:srgbClr val="333333"/>
                </a:solidFill>
                <a:latin typeface="Calibri"/>
              </a:rPr>
              <a:t>Atividade prática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Passo a passo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1. Publicar o relatório consolidado no Power BI Service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2. Escolher o workspace de destino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3. Criar um novo dashboard no Service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4. Fixar (pin) pelo menos 2 visuais nesse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Resultado esperado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O relatório publicado em um workspace no Power BI Service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Um dashboard no Service com pelo menos 2 visuais fixados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Checklist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Publicar o relatório consolidado no Power BI Service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Escolher o workspace de destino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Criar um novo dashboard no Service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Fixar (pin) pelo menos 2 visuais nesse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Glossário desta aula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6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Power BI Service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Versão em nuvem do Power BI, usada para publicar e compartilhar relatórios.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Workspace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Espaço de trabalho no Service onde relatórios e dashboards ficam organizados.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Publicar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Ação de enviar um relatório do Desktop para o Service.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Fixar (Pin)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Adicionar um visual de um relatório a um dashboard do Service.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Licença Free/Pro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Níveis de licenciamento; algumas ações de compartilhamento exigem Pro.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O que vimos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O que é o Power BI Service (app.powerbi.com)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Publicar um relatório: Página Inicial &gt; Publicar &gt; escolher workspace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Criar um dashboard no Service a partir de visuais fixados (pin)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Compartilhar: enviar link, convidar colegas para o workspace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Licenciamento: noção de Free x Pro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Plano B para quem não tiver licença/conta disponível em sala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Próxima aula: segurança e atualização de dados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54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54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Licenciamento: Free x 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Licença Free — permite publicar no seu espaço de trabalho pessoal, mas com limitações para compartilhar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Licença Pro — permite criar e usar workspaces colaborativos, compartilhando com o time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Nem toda organização disponibiliza licença Pro para todos os usuários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Isso é uma decisão de custo/uso de cada empresa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Perguntas de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Qual a diferença entre o Power BI Desktop e o Power BI Service?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O que é um workspace?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Qual a diferença entre licença Free e Pro?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O que significa “fixar” (pin) um visual no Service?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2</Words>
  <Application>Microsoft Office PowerPoint</Application>
  <PresentationFormat>Personalizar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Unbounded 1 Ultra-Bold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Ana Claudia Conceição</cp:lastModifiedBy>
  <cp:revision>13</cp:revision>
  <dcterms:created xsi:type="dcterms:W3CDTF">2006-08-16T00:00:00Z</dcterms:created>
  <dcterms:modified xsi:type="dcterms:W3CDTF">2025-01-30T12:04:47Z</dcterms:modified>
  <dc:identifier>DAGGnDa8uXQ</dc:identifier>
</cp:coreProperties>
</file>