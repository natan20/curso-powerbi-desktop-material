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303" r:id="rId24"/>
    <p:sldId id="299" r:id="rId20"/>
    <p:sldId id="300" r:id="rId21"/>
    <p:sldId id="301" r:id="rId22"/>
    <p:sldId id="302" r:id="rId23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800000"/>
            <a:ext cx="700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DDF1FF"/>
                </a:solidFill>
                <a:latin typeface="Calibri"/>
              </a:rPr>
              <a:t>Aula 15</a:t>
            </a:r>
          </a:p>
          <a:p>
            <a:pPr algn="l">
              <a:spcAft>
                <a:spcPts val="80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Apresentação dos Projetos e Encerramento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DDF1FF"/>
                </a:solidFill>
                <a:latin typeface="Calibri"/>
              </a:rPr>
              <a:t>Curso: Assistente em Análise de Dados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DDF1FF"/>
                </a:solidFill>
                <a:latin typeface="Calibri"/>
              </a:rPr>
              <a:t>Turma 103788  ·  08/10/2026  ·  13h-17h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13:00 – 13:15  Abertura e organização das apresentações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13:15 – 15:45  Apresentações dos alunos (5-8 min cada)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15:45 – 16:00  Intervalo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16:00 – 16:30  Revisão geral da disciplina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16:30 – 16:45  Power BI x outras ferramentas de BI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16:45 – 17:00  Encerramento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Como funciona a apresentação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5 a 8 minutos por aluno/dupla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Mostrar o dashboard construído no projeto final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Explicar as escolhas de modelagem, medidas e visuais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Responder 1-2 perguntas rápidas da turma/professor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Avaliação por rubrica (mesma da Aula 14)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Linha do tempo da disciplina (1/2)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Aula 1 — Introdução ao Power BI Desktop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Aulas 2-4 — Conectores de dados e Power Query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Aulas 3, 5 — Modelagem de dados e relacionamentos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Aulas 6-7 — Medidas e cálculos com DAX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Linha do tempo da disciplina (2/2)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Aulas 8-9 — Visualizações e formatação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Aula 10 — Filtros e interações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Aula 11 — Construção de dashboard completo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Aula 12 — Publicação e compartilhamento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Aula 13 — Segurança e atualização de dados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Aulas 14-15 — Projeto final e apresentação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Power BI x outras ferramentas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1">
                <a:solidFill>
                  <a:srgbClr val="1F497D"/>
                </a:solidFill>
                <a:latin typeface="Calibri"/>
              </a:rPr>
              <a:t>Power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Integração muito alta com o ecossistema Microsoft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Curva de aprendizado suave para quem já usa Excel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Free para uso individual; Pro para colaboração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1">
                <a:solidFill>
                  <a:srgbClr val="1F497D"/>
                </a:solidFill>
                <a:latin typeface="Calibri"/>
              </a:rPr>
              <a:t>Tableau / Qlik Sense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Tableau: forte em visualizações sofisticadas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Qlik Sense: motor associativo poderoso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Ambos com curva de aprendizado mais íngreme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Para continuar estudando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learn.microsoft.com/power-bi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community.powerbi.com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Certificação Microsoft PL-300 (Power BI Data Analyst)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Introducing Microsoft Power BI — Ferrari &amp; Russo (Microsoft Press)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60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500" b="1">
                <a:solidFill>
                  <a:srgbClr val="1F497D"/>
                </a:solidFill>
                <a:latin typeface="Calibri"/>
              </a:rPr>
              <a:t>Obrigado(a) por essas 60h de dedicação!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590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Sucesso na jornada com dados.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4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54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Glossário geral da disciplina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BI (Business Intelligence)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Transformar dados brutos em informação útil para decisões.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Power Query / DAX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Power Query limpa e transforma dados; DAX cria medidas e colunas calculadas.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Modelo em esquema estrela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Tabela fato central (ex.: Vendas) cercada por tabelas dimensão (Produtos, Clientes, Calendário).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Medida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Cálculo em DAX avaliado dinamicamente conforme o contexto do visual.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RLS (Row-Level Security)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Restringe quais linhas de dados cada usuário vê no mesmo relatório publicado.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Workspace (Power BI Service)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Área de trabalho na nuvem onde relatórios e dashboards de um time ficam organizados.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