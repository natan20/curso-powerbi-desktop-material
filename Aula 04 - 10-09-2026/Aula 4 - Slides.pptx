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8.xml"/><Relationship Id="rId3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4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Power Query Avançado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10/09/2026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Colunas condicionais e Agrupar Por (Group By)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14:45   Mesclar x Relacionar revisitado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14:45 – 15:00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15:45   Anexar consultas (Append)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15:45 – 16:30   Classificação condicional, resumo por categoria e anexar bases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16:30 – 17:00   Boas práticas e fechamento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4 · 10/09/2026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Power Query Avançado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Colunas condicionais, Agrupar Por e Anexar consultas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Limpar dados manualmente todo mês não é sustentável — o Power Query permite automatizar e repetir o processo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condicionais e agrupamentos evitam ter que recalcular tudo em outra ferramenta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Revisão do fluxo de limpeza visto na Aula 2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condicionais (regras "se... então... senão")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Agrupar Por (Group By): resumir dados por categoria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 consultas revisitado: quando usar Mesclar x Relacionar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Anexar consultas (Append): unir tabelas com a mesma estrutura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práticas: nomear etapas, organizar consultas, cuidar do desempenho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Mesclar x Anexar consultas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Mesclar (Merge) — junta COLUNAS de duas tabelas lado a lado, por uma chave em comum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Anexar (Append) — empilha LINHAS de duas tabelas com a mesma estrutura, uma embaixo da outra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Mesclar: parecido com um PROCV do Excel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Anexar: parecido com colar uma tabela abaixo da outra no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Criar coluna condicional "Classificação do Pedido" (Alto Valor se Valor Total &gt; 500, senão Padrão)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Usar Agrupar Por para total de vendas por Categoria e por mês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Revisar quando usar Mesclar (consulta) x Relacionar (modelo)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Anexar Vendas.xlsx + Vendas_Bruto_Para_Limpeza.xlsx (já limpo) em uma consulta só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coluna "Classificação do Pedido" criada automaticamente para todos os pedidos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Uma consulta resumida por Categoria/mês, pronta para alimentar visuais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coluna condicional "Classificação do Pedido" (Alto Valor se Valor Total &gt; 500, senão Padrão)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Usar Agrupar Por para total de vendas por Categoria e por mês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Revisar quando usar Mesclar (consulta) x Relacionar (modelo)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Anexar Vendas.xlsx + Vendas_Bruto_Para_Limpeza.xlsx (já limpo) em uma consulta só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Coluna condicional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Coluna criada a partir de uma regra do tipo "se... então... senão".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Agrupar Por (Group By)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Resume linhas aplicando uma agregação (soma, contagem) por categoria.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Anexar consultas (Append)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Empilha linhas de duas consultas com a mesma estrutura.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Etapas Aplicadas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Lista de passos de transformação registrados, executados em sequência.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Consulta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Cada fonte de dados conectada e transformada dentro do Power Query.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uma coluna condicional?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Agrupar Por faz com os dados?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Mesclar e Anexar consultas?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Cite duas boas práticas de organização de consultas no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Revisão do fluxo de limpeza visto na Aula 2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Colunas condicionais (regras "se... então... senão")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Agrupar Por (Group By): resumir dados por categoria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Mesclar consultas revisitado: quando usar Mesclar x Relacionar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Anexar consultas (Append): unir tabelas com a mesma estrutura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Boas práticas: nomear etapas, organizar consultas, cuidar do desempenho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modelagem avançada e esquema estrela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