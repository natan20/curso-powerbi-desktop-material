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15"/>
    <p:sldId id="295" r:id="rId16"/>
    <p:sldId id="296" r:id="rId17"/>
    <p:sldId id="297" r:id="rId18"/>
    <p:sldId id="298" r:id="rId19"/>
    <p:sldId id="299" r:id="rId20"/>
    <p:sldId id="300" r:id="rId21"/>
    <p:sldId id="308" r:id="rId29"/>
    <p:sldId id="301" r:id="rId22"/>
    <p:sldId id="302" r:id="rId23"/>
    <p:sldId id="303" r:id="rId24"/>
    <p:sldId id="304" r:id="rId25"/>
    <p:sldId id="305" r:id="rId26"/>
    <p:sldId id="309" r:id="rId30"/>
    <p:sldId id="306" r:id="rId27"/>
    <p:sldId id="307" r:id="rId28"/>
  </p:sldIdLst>
  <p:sldSz cx="18288000" cy="10287000"/>
  <p:notesSz cx="6858000" cy="9144000"/>
  <p:embeddedFontLst>
    <p:embeddedFont>
      <p:font typeface="Unbounded 1 Ultra-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22" autoAdjust="0"/>
  </p:normalViewPr>
  <p:slideViewPr>
    <p:cSldViewPr>
      <p:cViewPr varScale="1">
        <p:scale>
          <a:sx n="44" d="100"/>
          <a:sy n="44" d="100"/>
        </p:scale>
        <p:origin x="90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10" Type="http://schemas.openxmlformats.org/officeDocument/2006/relationships/font" Target="fonts/font1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500000" y="2900000"/>
            <a:ext cx="71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DDF1FF"/>
                </a:solidFill>
                <a:latin typeface="Calibri"/>
              </a:rPr>
              <a:t>Aula 4</a:t>
            </a:r>
          </a:p>
          <a:p>
            <a:pPr algn="l">
              <a:spcAft>
                <a:spcPts val="800"/>
              </a:spcAft>
            </a:pPr>
            <a:r>
              <a:rPr sz="3500" b="1">
                <a:solidFill>
                  <a:srgbClr val="FFFFFF"/>
                </a:solidFill>
                <a:latin typeface="Calibri"/>
              </a:rPr>
              <a:t>Power Query Avançado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DDF1FF"/>
                </a:solidFill>
                <a:latin typeface="Calibri"/>
              </a:rPr>
              <a:t>Curso: Assistente em Análise de Dados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DDF1FF"/>
                </a:solidFill>
                <a:latin typeface="Calibri"/>
              </a:rPr>
              <a:t>Turma 103788  ·  10/09/2026  ·  13h-17h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13:00 – 13:15   Abertura e recap da aula anterior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13:15 – 14:15   Colunas condicionais e Agrupar Por (Group By)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14:15 – 14:45   Mesclar x Relacionar revisitado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14:45 – 15:00   Intervalo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15:00 – 15:45   Anexar consultas (Append)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15:45 – 16:30   Classificação condicional, resumo por categoria e anexar bases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16:30 – 17:00   Boas práticas e fechamento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AULA 4 · 10/09/2026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900" b="1">
                <a:solidFill>
                  <a:srgbClr val="333333"/>
                </a:solidFill>
                <a:latin typeface="Calibri"/>
              </a:rPr>
              <a:t>Power Query Avançado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1F497D"/>
                </a:solidFill>
                <a:latin typeface="Calibri"/>
              </a:rPr>
              <a:t>Colunas condicionais, Agrupar Por e Anexar consultas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Por que isso importa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Limpar dados manualmente todo mês não é sustentável — o Power Query permite automatizar e repetir o processo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Colunas condicionais e agrupamentos evitam ter que recalcular tudo em outra ferramenta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Conteúdos de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Revisão do fluxo de limpeza visto na Aula 2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Colunas condicionais (regras "se... então... senão")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Conteúdos de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Agrupar Por (Group By): resumir dados por categoria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Mesclar consultas revisitado: quando usar Mesclar x Relacionar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Conteúdos de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Anexar consultas (Append): unir tabelas com a mesma estrutura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Boas práticas: nomear etapas, organizar consultas, cuidar do desempenho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MÃO NA MASSA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900" b="1">
                <a:solidFill>
                  <a:srgbClr val="333333"/>
                </a:solidFill>
                <a:latin typeface="Calibri"/>
              </a:rPr>
              <a:t>Atividade prática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Passo a passo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1. Criar coluna condicional "Classificação do Pedido" (Alto Valor se Valor Total &gt; 500, senão Padrão)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2. Usar Agrupar Por para total de vendas por Categoria e por mês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3. Revisar quando usar Mesclar (consulta) x Relacionar (modelo)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4. Anexar Vendas.xlsx + Vendas_Bruto_Para_Limpeza.xlsx (já limpo) em uma consulta só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Resultado esperado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Uma coluna "Classificação do Pedido" criada automaticamente para todos os pedidos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Uma consulta resumida por Categoria/mês, pronta para alimentar visuais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Checklist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Criar coluna condicional "Classificação do Pedido" (Alto Valor se Valor Total &gt; 500, senão Padrão)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Usar Agrupar Por para total de vendas por Categoria e por mês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Revisar quando usar Mesclar (consulta) x Relacionar (modelo)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Anexar Vendas.xlsx + Vendas_Bruto_Para_Limpeza.xlsx (já limpo) em uma consulta só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Glossário desta aula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6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Coluna condicional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Coluna criada a partir de uma regra do tipo "se... então... senão".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Agrupar Por (Group By)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Resume linhas aplicando uma agregação (soma, contagem) por categoria.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Anexar consultas (Append)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Empilha linhas de duas consultas com a mesma estrutura.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Etapas Aplicadas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Lista de passos de transformação registrados, executados em sequência.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Consulta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Cada fonte de dados conectada e transformada dentro do Power Query.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Revisão do fluxo de limpeza visto na Aula 2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Colunas condicionais (regras "se... então... senão")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Agrupar Por (Group By): resumir dados por categoria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Mesclar consultas revisitado: quando usar Mesclar x Relacionar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Anexar consultas (Append): unir tabelas com a mesma estrutura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Boas práticas: nomear etapas, organizar consultas, cuidar do desempenho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Próxima aula: modelagem avançada e esquema estrela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54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54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Mesclar x Anexar consultas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Mesclar (Merge) — junta COLUNAS de duas tabelas lado a lado, por uma chave em comum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Anexar (Append) — empilha LINHAS de duas tabelas com a mesma estrutura, uma embaixo da outra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Mesclar: parecido com um PROCV do Excel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Anexar: parecido com colar uma tabela abaixo da outra no Excel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Para que serve uma coluna condicional?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O que Agrupar Por faz com os dados?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Qual a diferença entre Mesclar e Anexar consultas?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Cite duas boas práticas de organização de consultas no Power Query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2</Words>
  <Application>Microsoft Office PowerPoint</Application>
  <PresentationFormat>Personalizar</PresentationFormat>
  <Paragraphs>1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5</vt:i4>
      </vt:variant>
    </vt:vector>
  </HeadingPairs>
  <TitlesOfParts>
    <vt:vector size="10" baseType="lpstr">
      <vt:lpstr>Arial</vt:lpstr>
      <vt:lpstr>Calibri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Ana Claudia Conceição</cp:lastModifiedBy>
  <cp:revision>13</cp:revision>
  <dcterms:created xsi:type="dcterms:W3CDTF">2006-08-16T00:00:00Z</dcterms:created>
  <dcterms:modified xsi:type="dcterms:W3CDTF">2025-01-30T12:04:47Z</dcterms:modified>
  <dc:identifier>DAGGnDa8uXQ</dc:identifier>
</cp:coreProperties>
</file>