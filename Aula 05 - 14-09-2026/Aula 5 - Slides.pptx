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308" r:id="rId29"/>
    <p:sldId id="301" r:id="rId22"/>
    <p:sldId id="302" r:id="rId23"/>
    <p:sldId id="303" r:id="rId24"/>
    <p:sldId id="304" r:id="rId25"/>
    <p:sldId id="305" r:id="rId26"/>
    <p:sldId id="309" r:id="rId30"/>
    <p:sldId id="306" r:id="rId27"/>
    <p:sldId id="307" r:id="rId28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8.xml"/><Relationship Id="rId3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00000" y="2900000"/>
            <a:ext cx="71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5</a:t>
            </a:r>
          </a:p>
          <a:p>
            <a:pPr algn="l">
              <a:spcAft>
                <a:spcPts val="800"/>
              </a:spcAft>
            </a:pPr>
            <a:r>
              <a:rPr sz="3500" b="1">
                <a:solidFill>
                  <a:srgbClr val="FFFFFF"/>
                </a:solidFill>
                <a:latin typeface="Calibri"/>
              </a:rPr>
              <a:t>Modelagem Avançada e Esquema Estrela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Turma 103788  ·  14/09/2026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13:15   Abertura e recap da aula anterior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13:15 – 14:15   Revisão do esquema estrela e a importância da tabela Calendário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14:15 – 15:00   Relacionamentos ativo/inativo, direção de filtro e boas práticas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15:00 – 15:15 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15:15 – 16:15   Criar tabela Calendário e fechar o modelo com 4 tabelas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16:15 – 16:45   Checklist e ajustes finais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 Fechamento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AULA 5 · 14/09/2026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Modelagem Avançada e Esquema Estrela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F497D"/>
                </a:solidFill>
                <a:latin typeface="Calibri"/>
              </a:rPr>
              <a:t>Tabela Calendário e o modelo completo em esquema estrela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Por que isso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Sem uma tabela Calendário, análises como "vendas deste mês" ou "comparado ao ano passado" ficam praticamente impossíveis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O esquema estrela completo é o que sustenta todas as medidas DAX das próximas aulas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Revisão do esquema estrela (tabela fato x tabelas dimensão)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Tabela Calendário/Data: por que ela é essencial para análises temporais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Como criar uma tabela Calendário via DAX (CALENDAR ou CALENDARAUTO)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Relacionar a tabela Calendário com Vendas pela coluna Data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Relacionamentos ativos x inativos e direção de filtro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Boas práticas de modelagem: nomear claramente e ocultar colunas técnicas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Boas práticas de modelagem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Nomeie tabelas e colunas de forma clara, sem abreviações confusas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Evite relacionamentos muitos-para-muitos quando existir alternativa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Oculte colunas técnicas (como chaves de relacionamento) da visão do usuário final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Prefira o esquema estrela a uma única tabela gigante “achatada”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Passo a passo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1. Conectar Clientes.csv e relacionar com Vendas pela coluna Cliente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2. Criar tabela Calendário via DAX (CALENDAR ou CALENDARAUTO)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3. Relacionar Calendário com Vendas pela coluna Data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4. Conferir o modelo completo: Vendas, Produtos, Clientes, Calendário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5. Ocultar colunas técnicas que não devem aparecer para o usuário final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Resultado esperado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 modelo com 4 tabelas (Vendas, Produtos, Clientes, Calendário) relacionadas corretamente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 tabela Calendário cobrindo todo o período de dados de Vendas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Concluiu: Conectar Clientes.csv e relacionar com Vendas pela coluna Cliente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tabela Calendário via DAX (CALENDAR ou CALENDARAUTO)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Relacionar Calendário com Vendas pela coluna Data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Conferir o modelo completo: Vendas, Produtos, Clientes, Calendário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Ocultar colunas técnicas que não devem aparecer para o usuário final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Tabela Calendário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Tabela dimensão com uma linha por dia, usada para análises temporais.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CALENDAR / CALENDARAUTO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Funções DAX que geram automaticamente uma tabela de datas.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Relacionamento ativo/inativo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Indica qual relacionamento é usado por padrão nos cálculos.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Direção de filtro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Define se um relacionamento propaga filtro em um sentido ou nos dois.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Tabela oculta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Tabela/coluna escondida do usuário final, mas disponível para cálculos.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Por que uma tabela Calendário dedicada é importante no Power BI?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 a diferença entre um relacionamento ativo e um inativo?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é direção de filtro “single” e “both”?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Cite duas boas práticas de modelagem de dados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Revisão do esquema estrela (tabela fato x tabelas dimensão)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Tabela Calendário/Data: por que ela é essencial para análises temporais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Como criar uma tabela Calendário via DAX (CALENDAR ou CALENDARAUTO)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Relacionar a tabela Calendário com Vendas pela coluna Data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Relacionamentos ativos x inativos e direção de filtro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Boas práticas de modelagem: nomear claramente e ocultar colunas técnicas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Próxima aula: introdução ao DAX: medidas e agregações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