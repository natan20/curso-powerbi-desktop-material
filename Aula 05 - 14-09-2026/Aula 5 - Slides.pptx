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8" r:id="rId29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5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Modelagem Avançada e Esquema Estrela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14/09/2026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Revisão do esquema estrela e a importância da tabela Calendário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Relacionamentos ativo/inativo, direção de filtro e boas práticas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Criar tabela Calendário e fechar o modelo com 4 tabelas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5 · 14/09/2026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Modelagem Avançada e Esquema Estrela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Tabela Calendário e o modelo completo em esquema estrela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Sem uma tabela Calendário, análises como "vendas deste mês" ou "comparado ao ano passado" ficam praticamente impossíveis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esquema estrela completo é o que sustenta todas as medidas DAX das próximas aulas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Revisão do esquema estrela (tabela fato x tabelas dimensão)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Tabela Calendário/Data: por que ela é essencial para análises temporais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Como criar uma tabela Calendário via DAX (CALENDAR ou CALENDARAUTO)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Relacionar a tabela Calendário com Vendas pela coluna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Relacionamentos ativos x inativos e direção de filtro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Boas práticas de modelagem: nomear claramente e ocultar colunas técnicas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Conectar Clientes.csv e relacionar com Vendas pela coluna Cliente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Criar tabela Calendário via DAX (CALENDAR ou CALENDARAUTO)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Relacionar Calendário com Vendas pela coluna Data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Conferir o modelo completo: Vendas, Produtos, Clientes, Calendário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5. Ocultar colunas técnicas que não devem aparecer para o usuário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modelo com 4 tabelas (Vendas, Produtos, Clientes, Calendário) relacionadas corretamente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 tabela Calendário cobrindo todo o período de dados de Vendas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Concluiu: Conectar Clientes.csv e relacionar com Vendas pela coluna Cliente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tabela Calendário via DAX (CALENDAR ou CALENDARAUTO)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Relacionar Calendário com Vendas pela coluna Data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Conferir o modelo completo: Vendas, Produtos, Clientes, Calendário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Ocultar colunas técnicas que não devem aparecer para o usuário final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Tabela Calendário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Tabela dimensão com uma linha por dia, usada para análises temporais.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CALENDAR / CALENDARAUTO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Funções DAX que geram automaticamente uma tabela de datas.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Relacionamento ativo/inativo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Indica qual relacionamento é usado por padrão nos cálculos.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Direção de filtro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Define se um relacionamento propaga filtro em um sentido ou nos dois.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Tabela oculta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Tabela/coluna escondida do usuário final, mas disponível para cálculos.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Revisão do esquema estrela (tabela fato x tabelas dimensão)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Tabela Calendário/Data: por que ela é essencial para análises temporais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Como criar uma tabela Calendário via DAX (CALENDAR ou CALENDARAUTO)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Relacionar a tabela Calendário com Vendas pela coluna Data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Relacionamentos ativos x inativos e direção de filtro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Boas práticas de modelagem: nomear claramente e ocultar colunas técnicas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introdução ao DAX: medidas e agregações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Boas práticas de modelagem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Nomeie tabelas e colunas de forma clara, sem abreviações confusas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Evite relacionamentos muitos-para-muitos quando existir alternativa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Oculte colunas técnicas (como chaves de relacionamento) da visão do usuário final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Prefira o esquema estrela a uma única tabela gigante “achatada”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Por que uma tabela Calendário dedicada é importante no Power BI?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um relacionamento ativo e um inativo?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é direção de filtro “single” e “both”?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Cite duas boas práticas de modelagem de dados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