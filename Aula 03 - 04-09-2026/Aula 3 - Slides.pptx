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9" r:id="rId3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10" r:id="rId31"/>
    <p:sldId id="307" r:id="rId28"/>
    <p:sldId id="308" r:id="rId29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3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Modelagem de Dados e Relacionamentos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04/09/2026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Modelo de dados semântico e visão de Modelo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Relacionamentos, esquema estrela, colunas calculadas e medidas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Relacionar Vendas + Produtos e criar coluna calculada + medida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3 · 04/09/2026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Modelagem de Dados e Relacionamentos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Visão de Modelo, relacionamentos, colunas calculadas e primeira medida DAX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Analisar vendas sem conhecer o produto (categoria, custo) limita muito o que se pode responder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Relacionar tabelas corretamente é o que permite cruzar informações sem duplicar dados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que é um modelo de dados semântico e por que ele importa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Visão de Modelo: criando e organizando tabelas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Relacionamentos entre tabelas: cardinalidade um-para-muitos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Esquema estrela: tabela fato x tabelas dimensão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Colunas calculadas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Introdução a medidas (measures) e à linguagem DAX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Mesclar (Aula 2) x Relacionar (hoje)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Mesclar: nível de consulta, duplica colunas dentro da tabela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Relacionar: nível de modelo, tabelas continuam separadas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Hoje vamos relacionar Vendas e Produtos formalmente no Modelo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Essa é a base para o esquema estrela que vamos usar o curso todo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Ir à visão de Modelo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Relacionar Vendas e Produtos pela coluna Produto (um-para-muitos)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Criar coluna calculada Margem = Valor Total − (Custo Unitário × Quantidade)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Criar medida Total de Vendas = SUM(Vendas[Valor Total])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5. Validar o relacionamento com uma tabela simples por Categoria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Vendas e Produtos relacionadas na visão de Modelo, sem erros de cardinalidade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Uma medida Total de Vendas funcionando corretamente em qualquer visual do relatório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Ir à visão de Modelo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Relacionar Vendas e Produtos pela coluna Produto (um-para-muitos)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coluna calculada Margem = Valor Total − (Custo Unitário × Quantidade)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Total de Vendas = SUM(Vendas[Valor Total])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Validar o relacionamento com uma tabela simples por Categoria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Modelo de dados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tabelas e relacionamentos que sustentam cálculos e visuais.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Relacionamento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Ligação entre duas tabelas baseada em uma coluna em comum, sem duplicar dados.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Cardinalidade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Tipo de relação entre as linhas de duas tabelas (ex.: um-para-muitos).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Esquema estrela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Modelo com uma tabela fato central cercada por tabelas dimensão.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Tabela fato / dimensão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Fato = eventos a analisar (Vendas); Dimensão = atributos descritivos (Produtos).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 / DAX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Medida: cálculo dinâmico. DAX: linguagem de fórmulas do Power BI.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que é um modelo de dados semântico e por que ele importa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Visão de Modelo: criando e organizando tabelas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Relacionamentos entre tabelas: cardinalidade um-para-muitos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Esquema estrela: tabela fato x tabelas dimensão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Colunas calculadas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Introdução a medidas (measures) e à linguagem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Power Query avançado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Tabela fato x tabela dimensão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Tabela fato — registra eventos/transações (ex.: Vendas, um pedido por linha)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Tabela dimensão — descreve atributos que se repetem em vários eventos (ex.: Produtos, Clientes)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Separar em tabelas menores evita dados repetidos e facilita a manutenção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resultado é um modelo mais rápido e organizado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um modelo de dados semântico?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significa cardinalidade um-para-muitos?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mesclar consultas e relacionar tabelas?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coluna calculada e medida?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