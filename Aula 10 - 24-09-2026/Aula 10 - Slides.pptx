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6.xml"/><Relationship Id="rId3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10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Interatividade: Filtros e Segmentações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Tipos de filtro e segmentações de dados (slicers)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Editar interações, drill-down/drill-through e bookmarks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Adicionar segmentações, interações e um drill-through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10 · 24/09/2026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Interatividade: Filtros e Segmentações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Slicers, interações entre visuais, drill-down e drill-through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estático serve para pouco — o valor real do Power BI está na exploração interativa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Filtros e drill-through permitem que cada usuário responda suas próprias perguntas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Tipos de filtro: nível de visual, de página e do relatório inteiro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de dados (slicers): por lista, intervalo de datas, hierárquica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Editar interações entre visuais: destacar x filtrar x nenhum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Drill-down: navegar de um resumo para o detalhe no mesmo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Drill-through: navegar para uma página de detalhe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bookmarks para criar botões de navegação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Drill-down x Drill-through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Drill-down — navegar entre níveis de uma hierarquia dentro do MESMO visual (ex.: de Região para Estado)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Drill-through — navegar para uma PÁGINA DE DETALHE dedicada, levando o contexto do valor clicado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Bookmark (marcador) — salva o estado atual da tela (filtros, visuais visíveis)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Bookmarks podem virar botões de navegação ou de “limpar filtros”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Adicionar segmentações de Região, Categoria e Data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Configurar as interações entre pelo menos 2 visuais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um drill-through da visão geral por região para o detalhe por vendedor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funcionando para Região, Categoria e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caminho de drill-through funcional entre a visão geral e o detalhe por vendedor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segmentações de Região, Categoria e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Configurar as interações entre pelo menos 2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drill-through da visão geral por região para o detalhe por vendedor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Segmentação de dados (Slicer)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Visual de filtro interativo que o usuário final pode manipular.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Editar interações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Configuração de como um visual afeta os demais ao ser clicado.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Drill-down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Navegar de um nível resumido para um nível mais detalhado no mesmo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Drill-through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Navegar de um visual para uma página de detalhe dedicada.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Bookmark (marcador)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Estado salvo de um relatório, usado para criar navegação.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um filtro de página e um filtro do relatório inteiro?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uma segmentação de dados (slicer)?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Explique com suas palavras a diferença entre drill-down e drill-through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um bookmark (marcador)?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Tipos de filtro: nível de visual, de página e do relatório inteiro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de dados (slicers): por lista, intervalo de datas, hierárquica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Editar interações entre visuais: destacar x filtrar x nenhum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Drill-down: navegar de um resumo para o detalhe no mesmo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Drill-through: navegar para uma página de detalhe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bookmarks para criar botões de navegação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construção de um dashboard completo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