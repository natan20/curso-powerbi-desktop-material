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3"/>
    <p:sldMasterId id="2147483660" r:id="rId4"/>
  </p:sldMasterIdLst>
  <p:sldIdLst>
    <p:sldId id="294" r:id="rId15"/>
    <p:sldId id="295" r:id="rId16"/>
    <p:sldId id="296" r:id="rId17"/>
    <p:sldId id="297" r:id="rId18"/>
    <p:sldId id="298" r:id="rId19"/>
    <p:sldId id="308" r:id="rId29"/>
    <p:sldId id="301" r:id="rId22"/>
    <p:sldId id="302" r:id="rId23"/>
    <p:sldId id="303" r:id="rId24"/>
    <p:sldId id="304" r:id="rId25"/>
    <p:sldId id="305" r:id="rId26"/>
    <p:sldId id="309" r:id="rId30"/>
    <p:sldId id="306" r:id="rId27"/>
    <p:sldId id="307" r:id="rId28"/>
  </p:sldIdLst>
  <p:sldSz cx="18288000" cy="10287000"/>
  <p:notesSz cx="6858000" cy="9144000"/>
  <p:embeddedFontLst>
    <p:embeddedFont>
      <p:font typeface="Unbounded 1 Ultra-Bold" panose="020B0604020202020204" charset="0"/>
      <p:regular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22" autoAdjust="0"/>
  </p:normalViewPr>
  <p:slideViewPr>
    <p:cSldViewPr>
      <p:cViewPr varScale="1">
        <p:scale>
          <a:sx n="44" d="100"/>
          <a:sy n="44" d="100"/>
        </p:scale>
        <p:origin x="900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10" Type="http://schemas.openxmlformats.org/officeDocument/2006/relationships/font" Target="fonts/font1.fntdata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1.xml"/><Relationship Id="rId16" Type="http://schemas.openxmlformats.org/officeDocument/2006/relationships/slide" Target="slides/slide2.xml"/><Relationship Id="rId17" Type="http://schemas.openxmlformats.org/officeDocument/2006/relationships/slide" Target="slides/slide3.xml"/><Relationship Id="rId18" Type="http://schemas.openxmlformats.org/officeDocument/2006/relationships/slide" Target="slides/slide4.xml"/><Relationship Id="rId19" Type="http://schemas.openxmlformats.org/officeDocument/2006/relationships/slide" Target="slides/slide5.xml"/><Relationship Id="rId20" Type="http://schemas.openxmlformats.org/officeDocument/2006/relationships/slide" Target="slides/slide6.xml"/><Relationship Id="rId21" Type="http://schemas.openxmlformats.org/officeDocument/2006/relationships/slide" Target="slides/slide8.xml"/><Relationship Id="rId22" Type="http://schemas.openxmlformats.org/officeDocument/2006/relationships/slide" Target="slides/slide9.xml"/><Relationship Id="rId23" Type="http://schemas.openxmlformats.org/officeDocument/2006/relationships/slide" Target="slides/slide10.xml"/><Relationship Id="rId24" Type="http://schemas.openxmlformats.org/officeDocument/2006/relationships/slide" Target="slides/slide11.xml"/><Relationship Id="rId25" Type="http://schemas.openxmlformats.org/officeDocument/2006/relationships/slide" Target="slides/slide12.xml"/><Relationship Id="rId26" Type="http://schemas.openxmlformats.org/officeDocument/2006/relationships/slide" Target="slides/slide13.xml"/><Relationship Id="rId27" Type="http://schemas.openxmlformats.org/officeDocument/2006/relationships/slide" Target="slides/slide15.xml"/><Relationship Id="rId28" Type="http://schemas.openxmlformats.org/officeDocument/2006/relationships/slide" Target="slides/slide16.xml"/><Relationship Id="rId29" Type="http://schemas.openxmlformats.org/officeDocument/2006/relationships/slide" Target="slides/slide7.xml"/><Relationship Id="rId3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72864" y="2900243"/>
            <a:ext cx="13292466" cy="200121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45729" y="5290457"/>
            <a:ext cx="10946736" cy="2385892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223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447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671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89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1119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7343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35670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9790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69261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374232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5309" y="5999310"/>
            <a:ext cx="13292466" cy="1854253"/>
          </a:xfrm>
        </p:spPr>
        <p:txBody>
          <a:bodyPr anchor="t"/>
          <a:lstStyle>
            <a:lvl1pPr algn="l">
              <a:defRPr sz="5445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35309" y="3957039"/>
            <a:ext cx="13292466" cy="2042271"/>
          </a:xfrm>
        </p:spPr>
        <p:txBody>
          <a:bodyPr anchor="b"/>
          <a:lstStyle>
            <a:lvl1pPr marL="0" indent="0">
              <a:buNone/>
              <a:defRPr sz="2723">
                <a:solidFill>
                  <a:schemeClr val="tx1">
                    <a:tint val="75000"/>
                  </a:schemeClr>
                </a:solidFill>
              </a:defRPr>
            </a:lvl1pPr>
            <a:lvl2pPr marL="622386" indent="0">
              <a:buNone/>
              <a:defRPr sz="2450">
                <a:solidFill>
                  <a:schemeClr val="tx1">
                    <a:tint val="75000"/>
                  </a:schemeClr>
                </a:solidFill>
              </a:defRPr>
            </a:lvl2pPr>
            <a:lvl3pPr marL="1244773" indent="0">
              <a:buNone/>
              <a:defRPr sz="2178">
                <a:solidFill>
                  <a:schemeClr val="tx1">
                    <a:tint val="75000"/>
                  </a:schemeClr>
                </a:solidFill>
              </a:defRPr>
            </a:lvl3pPr>
            <a:lvl4pPr marL="1867159" indent="0">
              <a:buNone/>
              <a:defRPr sz="1906">
                <a:solidFill>
                  <a:schemeClr val="tx1">
                    <a:tint val="75000"/>
                  </a:schemeClr>
                </a:solidFill>
              </a:defRPr>
            </a:lvl4pPr>
            <a:lvl5pPr marL="2489545" indent="0">
              <a:buNone/>
              <a:defRPr sz="1906">
                <a:solidFill>
                  <a:schemeClr val="tx1">
                    <a:tint val="75000"/>
                  </a:schemeClr>
                </a:solidFill>
              </a:defRPr>
            </a:lvl5pPr>
            <a:lvl6pPr marL="3111932" indent="0">
              <a:buNone/>
              <a:defRPr sz="1906">
                <a:solidFill>
                  <a:schemeClr val="tx1">
                    <a:tint val="75000"/>
                  </a:schemeClr>
                </a:solidFill>
              </a:defRPr>
            </a:lvl6pPr>
            <a:lvl7pPr marL="3734318" indent="0">
              <a:buNone/>
              <a:defRPr sz="1906">
                <a:solidFill>
                  <a:schemeClr val="tx1">
                    <a:tint val="75000"/>
                  </a:schemeClr>
                </a:solidFill>
              </a:defRPr>
            </a:lvl7pPr>
            <a:lvl8pPr marL="4356705" indent="0">
              <a:buNone/>
              <a:defRPr sz="1906">
                <a:solidFill>
                  <a:schemeClr val="tx1">
                    <a:tint val="75000"/>
                  </a:schemeClr>
                </a:solidFill>
              </a:defRPr>
            </a:lvl8pPr>
            <a:lvl9pPr marL="4979091" indent="0">
              <a:buNone/>
              <a:defRPr sz="190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67952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81910" y="2178424"/>
            <a:ext cx="6906869" cy="6161395"/>
          </a:xfrm>
        </p:spPr>
        <p:txBody>
          <a:bodyPr/>
          <a:lstStyle>
            <a:lvl1pPr>
              <a:defRPr sz="3812"/>
            </a:lvl1pPr>
            <a:lvl2pPr>
              <a:defRPr sz="3267"/>
            </a:lvl2pPr>
            <a:lvl3pPr>
              <a:defRPr sz="2723"/>
            </a:lvl3pPr>
            <a:lvl4pPr>
              <a:defRPr sz="2450"/>
            </a:lvl4pPr>
            <a:lvl5pPr>
              <a:defRPr sz="2450"/>
            </a:lvl5pPr>
            <a:lvl6pPr>
              <a:defRPr sz="2450"/>
            </a:lvl6pPr>
            <a:lvl7pPr>
              <a:defRPr sz="2450"/>
            </a:lvl7pPr>
            <a:lvl8pPr>
              <a:defRPr sz="2450"/>
            </a:lvl8pPr>
            <a:lvl9pPr>
              <a:defRPr sz="24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949416" y="2178424"/>
            <a:ext cx="6906869" cy="6161395"/>
          </a:xfrm>
        </p:spPr>
        <p:txBody>
          <a:bodyPr/>
          <a:lstStyle>
            <a:lvl1pPr>
              <a:defRPr sz="3812"/>
            </a:lvl1pPr>
            <a:lvl2pPr>
              <a:defRPr sz="3267"/>
            </a:lvl2pPr>
            <a:lvl3pPr>
              <a:defRPr sz="2723"/>
            </a:lvl3pPr>
            <a:lvl4pPr>
              <a:defRPr sz="2450"/>
            </a:lvl4pPr>
            <a:lvl5pPr>
              <a:defRPr sz="2450"/>
            </a:lvl5pPr>
            <a:lvl6pPr>
              <a:defRPr sz="2450"/>
            </a:lvl6pPr>
            <a:lvl7pPr>
              <a:defRPr sz="2450"/>
            </a:lvl7pPr>
            <a:lvl8pPr>
              <a:defRPr sz="2450"/>
            </a:lvl8pPr>
            <a:lvl9pPr>
              <a:defRPr sz="24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172767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81910" y="2089817"/>
            <a:ext cx="6909585" cy="870937"/>
          </a:xfrm>
        </p:spPr>
        <p:txBody>
          <a:bodyPr anchor="b"/>
          <a:lstStyle>
            <a:lvl1pPr marL="0" indent="0">
              <a:buNone/>
              <a:defRPr sz="3267" b="1"/>
            </a:lvl1pPr>
            <a:lvl2pPr marL="622386" indent="0">
              <a:buNone/>
              <a:defRPr sz="2723" b="1"/>
            </a:lvl2pPr>
            <a:lvl3pPr marL="1244773" indent="0">
              <a:buNone/>
              <a:defRPr sz="2450" b="1"/>
            </a:lvl3pPr>
            <a:lvl4pPr marL="1867159" indent="0">
              <a:buNone/>
              <a:defRPr sz="2178" b="1"/>
            </a:lvl4pPr>
            <a:lvl5pPr marL="2489545" indent="0">
              <a:buNone/>
              <a:defRPr sz="2178" b="1"/>
            </a:lvl5pPr>
            <a:lvl6pPr marL="3111932" indent="0">
              <a:buNone/>
              <a:defRPr sz="2178" b="1"/>
            </a:lvl6pPr>
            <a:lvl7pPr marL="3734318" indent="0">
              <a:buNone/>
              <a:defRPr sz="2178" b="1"/>
            </a:lvl7pPr>
            <a:lvl8pPr marL="4356705" indent="0">
              <a:buNone/>
              <a:defRPr sz="2178" b="1"/>
            </a:lvl8pPr>
            <a:lvl9pPr marL="4979091" indent="0">
              <a:buNone/>
              <a:defRPr sz="217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910" y="2960754"/>
            <a:ext cx="6909585" cy="5379064"/>
          </a:xfrm>
        </p:spPr>
        <p:txBody>
          <a:bodyPr/>
          <a:lstStyle>
            <a:lvl1pPr>
              <a:defRPr sz="3267"/>
            </a:lvl1pPr>
            <a:lvl2pPr>
              <a:defRPr sz="2723"/>
            </a:lvl2pPr>
            <a:lvl3pPr>
              <a:defRPr sz="2450"/>
            </a:lvl3pPr>
            <a:lvl4pPr>
              <a:defRPr sz="2178"/>
            </a:lvl4pPr>
            <a:lvl5pPr>
              <a:defRPr sz="2178"/>
            </a:lvl5pPr>
            <a:lvl6pPr>
              <a:defRPr sz="2178"/>
            </a:lvl6pPr>
            <a:lvl7pPr>
              <a:defRPr sz="2178"/>
            </a:lvl7pPr>
            <a:lvl8pPr>
              <a:defRPr sz="2178"/>
            </a:lvl8pPr>
            <a:lvl9pPr>
              <a:defRPr sz="217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943987" y="2089817"/>
            <a:ext cx="6912299" cy="870937"/>
          </a:xfrm>
        </p:spPr>
        <p:txBody>
          <a:bodyPr anchor="b"/>
          <a:lstStyle>
            <a:lvl1pPr marL="0" indent="0">
              <a:buNone/>
              <a:defRPr sz="3267" b="1"/>
            </a:lvl1pPr>
            <a:lvl2pPr marL="622386" indent="0">
              <a:buNone/>
              <a:defRPr sz="2723" b="1"/>
            </a:lvl2pPr>
            <a:lvl3pPr marL="1244773" indent="0">
              <a:buNone/>
              <a:defRPr sz="2450" b="1"/>
            </a:lvl3pPr>
            <a:lvl4pPr marL="1867159" indent="0">
              <a:buNone/>
              <a:defRPr sz="2178" b="1"/>
            </a:lvl4pPr>
            <a:lvl5pPr marL="2489545" indent="0">
              <a:buNone/>
              <a:defRPr sz="2178" b="1"/>
            </a:lvl5pPr>
            <a:lvl6pPr marL="3111932" indent="0">
              <a:buNone/>
              <a:defRPr sz="2178" b="1"/>
            </a:lvl6pPr>
            <a:lvl7pPr marL="3734318" indent="0">
              <a:buNone/>
              <a:defRPr sz="2178" b="1"/>
            </a:lvl7pPr>
            <a:lvl8pPr marL="4356705" indent="0">
              <a:buNone/>
              <a:defRPr sz="2178" b="1"/>
            </a:lvl8pPr>
            <a:lvl9pPr marL="4979091" indent="0">
              <a:buNone/>
              <a:defRPr sz="217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943987" y="2960754"/>
            <a:ext cx="6912299" cy="5379064"/>
          </a:xfrm>
        </p:spPr>
        <p:txBody>
          <a:bodyPr/>
          <a:lstStyle>
            <a:lvl1pPr>
              <a:defRPr sz="3267"/>
            </a:lvl1pPr>
            <a:lvl2pPr>
              <a:defRPr sz="2723"/>
            </a:lvl2pPr>
            <a:lvl3pPr>
              <a:defRPr sz="2450"/>
            </a:lvl3pPr>
            <a:lvl4pPr>
              <a:defRPr sz="2178"/>
            </a:lvl4pPr>
            <a:lvl5pPr>
              <a:defRPr sz="2178"/>
            </a:lvl5pPr>
            <a:lvl6pPr>
              <a:defRPr sz="2178"/>
            </a:lvl6pPr>
            <a:lvl7pPr>
              <a:defRPr sz="2178"/>
            </a:lvl7pPr>
            <a:lvl8pPr>
              <a:defRPr sz="2178"/>
            </a:lvl8pPr>
            <a:lvl9pPr>
              <a:defRPr sz="217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296443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59417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00469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1911" y="371715"/>
            <a:ext cx="5144858" cy="1581950"/>
          </a:xfrm>
        </p:spPr>
        <p:txBody>
          <a:bodyPr anchor="b"/>
          <a:lstStyle>
            <a:lvl1pPr algn="l">
              <a:defRPr sz="272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4100" y="371716"/>
            <a:ext cx="8742185" cy="7968103"/>
          </a:xfrm>
        </p:spPr>
        <p:txBody>
          <a:bodyPr/>
          <a:lstStyle>
            <a:lvl1pPr>
              <a:defRPr sz="4356"/>
            </a:lvl1pPr>
            <a:lvl2pPr>
              <a:defRPr sz="3812"/>
            </a:lvl2pPr>
            <a:lvl3pPr>
              <a:defRPr sz="3267"/>
            </a:lvl3pPr>
            <a:lvl4pPr>
              <a:defRPr sz="2723"/>
            </a:lvl4pPr>
            <a:lvl5pPr>
              <a:defRPr sz="2723"/>
            </a:lvl5pPr>
            <a:lvl6pPr>
              <a:defRPr sz="2723"/>
            </a:lvl6pPr>
            <a:lvl7pPr>
              <a:defRPr sz="2723"/>
            </a:lvl7pPr>
            <a:lvl8pPr>
              <a:defRPr sz="2723"/>
            </a:lvl8pPr>
            <a:lvl9pPr>
              <a:defRPr sz="272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81911" y="1953666"/>
            <a:ext cx="5144858" cy="6386153"/>
          </a:xfrm>
        </p:spPr>
        <p:txBody>
          <a:bodyPr/>
          <a:lstStyle>
            <a:lvl1pPr marL="0" indent="0">
              <a:buNone/>
              <a:defRPr sz="1906"/>
            </a:lvl1pPr>
            <a:lvl2pPr marL="622386" indent="0">
              <a:buNone/>
              <a:defRPr sz="1634"/>
            </a:lvl2pPr>
            <a:lvl3pPr marL="1244773" indent="0">
              <a:buNone/>
              <a:defRPr sz="1361"/>
            </a:lvl3pPr>
            <a:lvl4pPr marL="1867159" indent="0">
              <a:buNone/>
              <a:defRPr sz="1225"/>
            </a:lvl4pPr>
            <a:lvl5pPr marL="2489545" indent="0">
              <a:buNone/>
              <a:defRPr sz="1225"/>
            </a:lvl5pPr>
            <a:lvl6pPr marL="3111932" indent="0">
              <a:buNone/>
              <a:defRPr sz="1225"/>
            </a:lvl6pPr>
            <a:lvl7pPr marL="3734318" indent="0">
              <a:buNone/>
              <a:defRPr sz="1225"/>
            </a:lvl7pPr>
            <a:lvl8pPr marL="4356705" indent="0">
              <a:buNone/>
              <a:defRPr sz="1225"/>
            </a:lvl8pPr>
            <a:lvl9pPr marL="4979091" indent="0">
              <a:buNone/>
              <a:defRPr sz="122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09004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65196" y="6535270"/>
            <a:ext cx="9382917" cy="771526"/>
          </a:xfrm>
        </p:spPr>
        <p:txBody>
          <a:bodyPr anchor="b"/>
          <a:lstStyle>
            <a:lvl1pPr algn="l">
              <a:defRPr sz="272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65196" y="834198"/>
            <a:ext cx="9382917" cy="5601661"/>
          </a:xfrm>
        </p:spPr>
        <p:txBody>
          <a:bodyPr/>
          <a:lstStyle>
            <a:lvl1pPr marL="0" indent="0">
              <a:buNone/>
              <a:defRPr sz="4356"/>
            </a:lvl1pPr>
            <a:lvl2pPr marL="622386" indent="0">
              <a:buNone/>
              <a:defRPr sz="3812"/>
            </a:lvl2pPr>
            <a:lvl3pPr marL="1244773" indent="0">
              <a:buNone/>
              <a:defRPr sz="3267"/>
            </a:lvl3pPr>
            <a:lvl4pPr marL="1867159" indent="0">
              <a:buNone/>
              <a:defRPr sz="2723"/>
            </a:lvl4pPr>
            <a:lvl5pPr marL="2489545" indent="0">
              <a:buNone/>
              <a:defRPr sz="2723"/>
            </a:lvl5pPr>
            <a:lvl6pPr marL="3111932" indent="0">
              <a:buNone/>
              <a:defRPr sz="2723"/>
            </a:lvl6pPr>
            <a:lvl7pPr marL="3734318" indent="0">
              <a:buNone/>
              <a:defRPr sz="2723"/>
            </a:lvl7pPr>
            <a:lvl8pPr marL="4356705" indent="0">
              <a:buNone/>
              <a:defRPr sz="2723"/>
            </a:lvl8pPr>
            <a:lvl9pPr marL="4979091" indent="0">
              <a:buNone/>
              <a:defRPr sz="2723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5196" y="7306797"/>
            <a:ext cx="9382917" cy="1095694"/>
          </a:xfrm>
        </p:spPr>
        <p:txBody>
          <a:bodyPr/>
          <a:lstStyle>
            <a:lvl1pPr marL="0" indent="0">
              <a:buNone/>
              <a:defRPr sz="1906"/>
            </a:lvl1pPr>
            <a:lvl2pPr marL="622386" indent="0">
              <a:buNone/>
              <a:defRPr sz="1634"/>
            </a:lvl2pPr>
            <a:lvl3pPr marL="1244773" indent="0">
              <a:buNone/>
              <a:defRPr sz="1361"/>
            </a:lvl3pPr>
            <a:lvl4pPr marL="1867159" indent="0">
              <a:buNone/>
              <a:defRPr sz="1225"/>
            </a:lvl4pPr>
            <a:lvl5pPr marL="2489545" indent="0">
              <a:buNone/>
              <a:defRPr sz="1225"/>
            </a:lvl5pPr>
            <a:lvl6pPr marL="3111932" indent="0">
              <a:buNone/>
              <a:defRPr sz="1225"/>
            </a:lvl6pPr>
            <a:lvl7pPr marL="3734318" indent="0">
              <a:buNone/>
              <a:defRPr sz="1225"/>
            </a:lvl7pPr>
            <a:lvl8pPr marL="4356705" indent="0">
              <a:buNone/>
              <a:defRPr sz="1225"/>
            </a:lvl8pPr>
            <a:lvl9pPr marL="4979091" indent="0">
              <a:buNone/>
              <a:defRPr sz="122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711591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19886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337691" y="373877"/>
            <a:ext cx="3518594" cy="796594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81910" y="373877"/>
            <a:ext cx="10295145" cy="796594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735137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81910" y="373877"/>
            <a:ext cx="14074375" cy="15560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81910" y="2178424"/>
            <a:ext cx="14074375" cy="61613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1910" y="8653183"/>
            <a:ext cx="3648912" cy="49706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3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343050" y="8653183"/>
            <a:ext cx="4952095" cy="49706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3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07373" y="8653183"/>
            <a:ext cx="3648912" cy="49706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3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53969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244773" rtl="0" eaLnBrk="1" latinLnBrk="0" hangingPunct="1">
        <a:spcBef>
          <a:spcPct val="0"/>
        </a:spcBef>
        <a:buNone/>
        <a:defRPr sz="599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66790" indent="-466790" algn="l" defTabSz="1244773" rtl="0" eaLnBrk="1" latinLnBrk="0" hangingPunct="1">
        <a:spcBef>
          <a:spcPct val="20000"/>
        </a:spcBef>
        <a:buFont typeface="Arial" pitchFamily="34" charset="0"/>
        <a:buChar char="•"/>
        <a:defRPr sz="4356" kern="1200">
          <a:solidFill>
            <a:schemeClr val="tx1"/>
          </a:solidFill>
          <a:latin typeface="+mn-lt"/>
          <a:ea typeface="+mn-ea"/>
          <a:cs typeface="+mn-cs"/>
        </a:defRPr>
      </a:lvl1pPr>
      <a:lvl2pPr marL="1011378" indent="-388991" algn="l" defTabSz="1244773" rtl="0" eaLnBrk="1" latinLnBrk="0" hangingPunct="1">
        <a:spcBef>
          <a:spcPct val="20000"/>
        </a:spcBef>
        <a:buFont typeface="Arial" pitchFamily="34" charset="0"/>
        <a:buChar char="–"/>
        <a:defRPr sz="3812" kern="1200">
          <a:solidFill>
            <a:schemeClr val="tx1"/>
          </a:solidFill>
          <a:latin typeface="+mn-lt"/>
          <a:ea typeface="+mn-ea"/>
          <a:cs typeface="+mn-cs"/>
        </a:defRPr>
      </a:lvl2pPr>
      <a:lvl3pPr marL="1555966" indent="-311193" algn="l" defTabSz="1244773" rtl="0" eaLnBrk="1" latinLnBrk="0" hangingPunct="1">
        <a:spcBef>
          <a:spcPct val="20000"/>
        </a:spcBef>
        <a:buFont typeface="Arial" pitchFamily="34" charset="0"/>
        <a:buChar char="•"/>
        <a:defRPr sz="3267" kern="1200">
          <a:solidFill>
            <a:schemeClr val="tx1"/>
          </a:solidFill>
          <a:latin typeface="+mn-lt"/>
          <a:ea typeface="+mn-ea"/>
          <a:cs typeface="+mn-cs"/>
        </a:defRPr>
      </a:lvl3pPr>
      <a:lvl4pPr marL="2178352" indent="-311193" algn="l" defTabSz="1244773" rtl="0" eaLnBrk="1" latinLnBrk="0" hangingPunct="1">
        <a:spcBef>
          <a:spcPct val="20000"/>
        </a:spcBef>
        <a:buFont typeface="Arial" pitchFamily="34" charset="0"/>
        <a:buChar char="–"/>
        <a:defRPr sz="2723" kern="1200">
          <a:solidFill>
            <a:schemeClr val="tx1"/>
          </a:solidFill>
          <a:latin typeface="+mn-lt"/>
          <a:ea typeface="+mn-ea"/>
          <a:cs typeface="+mn-cs"/>
        </a:defRPr>
      </a:lvl4pPr>
      <a:lvl5pPr marL="2800739" indent="-311193" algn="l" defTabSz="1244773" rtl="0" eaLnBrk="1" latinLnBrk="0" hangingPunct="1">
        <a:spcBef>
          <a:spcPct val="20000"/>
        </a:spcBef>
        <a:buFont typeface="Arial" pitchFamily="34" charset="0"/>
        <a:buChar char="»"/>
        <a:defRPr sz="2723" kern="1200">
          <a:solidFill>
            <a:schemeClr val="tx1"/>
          </a:solidFill>
          <a:latin typeface="+mn-lt"/>
          <a:ea typeface="+mn-ea"/>
          <a:cs typeface="+mn-cs"/>
        </a:defRPr>
      </a:lvl5pPr>
      <a:lvl6pPr marL="3423125" indent="-311193" algn="l" defTabSz="1244773" rtl="0" eaLnBrk="1" latinLnBrk="0" hangingPunct="1">
        <a:spcBef>
          <a:spcPct val="20000"/>
        </a:spcBef>
        <a:buFont typeface="Arial" pitchFamily="34" charset="0"/>
        <a:buChar char="•"/>
        <a:defRPr sz="2723" kern="1200">
          <a:solidFill>
            <a:schemeClr val="tx1"/>
          </a:solidFill>
          <a:latin typeface="+mn-lt"/>
          <a:ea typeface="+mn-ea"/>
          <a:cs typeface="+mn-cs"/>
        </a:defRPr>
      </a:lvl6pPr>
      <a:lvl7pPr marL="4045511" indent="-311193" algn="l" defTabSz="1244773" rtl="0" eaLnBrk="1" latinLnBrk="0" hangingPunct="1">
        <a:spcBef>
          <a:spcPct val="20000"/>
        </a:spcBef>
        <a:buFont typeface="Arial" pitchFamily="34" charset="0"/>
        <a:buChar char="•"/>
        <a:defRPr sz="2723" kern="1200">
          <a:solidFill>
            <a:schemeClr val="tx1"/>
          </a:solidFill>
          <a:latin typeface="+mn-lt"/>
          <a:ea typeface="+mn-ea"/>
          <a:cs typeface="+mn-cs"/>
        </a:defRPr>
      </a:lvl7pPr>
      <a:lvl8pPr marL="4667898" indent="-311193" algn="l" defTabSz="1244773" rtl="0" eaLnBrk="1" latinLnBrk="0" hangingPunct="1">
        <a:spcBef>
          <a:spcPct val="20000"/>
        </a:spcBef>
        <a:buFont typeface="Arial" pitchFamily="34" charset="0"/>
        <a:buChar char="•"/>
        <a:defRPr sz="2723" kern="1200">
          <a:solidFill>
            <a:schemeClr val="tx1"/>
          </a:solidFill>
          <a:latin typeface="+mn-lt"/>
          <a:ea typeface="+mn-ea"/>
          <a:cs typeface="+mn-cs"/>
        </a:defRPr>
      </a:lvl8pPr>
      <a:lvl9pPr marL="5290284" indent="-311193" algn="l" defTabSz="1244773" rtl="0" eaLnBrk="1" latinLnBrk="0" hangingPunct="1">
        <a:spcBef>
          <a:spcPct val="20000"/>
        </a:spcBef>
        <a:buFont typeface="Arial" pitchFamily="34" charset="0"/>
        <a:buChar char="•"/>
        <a:defRPr sz="272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1pPr>
      <a:lvl2pPr marL="622386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2pPr>
      <a:lvl3pPr marL="1244773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3pPr>
      <a:lvl4pPr marL="1867159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4pPr>
      <a:lvl5pPr marL="2489545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5pPr>
      <a:lvl6pPr marL="3111932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6pPr>
      <a:lvl7pPr marL="3734318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7pPr>
      <a:lvl8pPr marL="4356705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8pPr>
      <a:lvl9pPr marL="4979091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7435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2"/>
          <p:cNvSpPr/>
          <p:nvPr/>
        </p:nvSpPr>
        <p:spPr>
          <a:xfrm>
            <a:off x="0" y="2663756"/>
            <a:ext cx="10464817" cy="6594544"/>
          </a:xfrm>
          <a:custGeom>
            <a:avLst/>
            <a:gdLst/>
            <a:ahLst/>
            <a:cxnLst/>
            <a:rect l="l" t="t" r="r" b="b"/>
            <a:pathLst>
              <a:path w="10464817" h="6594544">
                <a:moveTo>
                  <a:pt x="0" y="0"/>
                </a:moveTo>
                <a:lnTo>
                  <a:pt x="10464817" y="0"/>
                </a:lnTo>
                <a:lnTo>
                  <a:pt x="10464817" y="6594544"/>
                </a:lnTo>
                <a:lnTo>
                  <a:pt x="0" y="659454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4348518" cy="2540190"/>
            <a:chOff x="0" y="0"/>
            <a:chExt cx="1145289" cy="66902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145289" cy="669021"/>
            </a:xfrm>
            <a:custGeom>
              <a:avLst/>
              <a:gdLst/>
              <a:ahLst/>
              <a:cxnLst/>
              <a:rect l="l" t="t" r="r" b="b"/>
              <a:pathLst>
                <a:path w="1145289" h="669021">
                  <a:moveTo>
                    <a:pt x="0" y="0"/>
                  </a:moveTo>
                  <a:lnTo>
                    <a:pt x="1145289" y="0"/>
                  </a:lnTo>
                  <a:lnTo>
                    <a:pt x="1145289" y="669021"/>
                  </a:lnTo>
                  <a:lnTo>
                    <a:pt x="0" y="669021"/>
                  </a:lnTo>
                  <a:close/>
                </a:path>
              </a:pathLst>
            </a:custGeom>
            <a:solidFill>
              <a:srgbClr val="DDF1F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145289" cy="7071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1911824" y="6718110"/>
            <a:ext cx="4348518" cy="2540190"/>
            <a:chOff x="0" y="0"/>
            <a:chExt cx="1145289" cy="66902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145289" cy="669021"/>
            </a:xfrm>
            <a:custGeom>
              <a:avLst/>
              <a:gdLst/>
              <a:ahLst/>
              <a:cxnLst/>
              <a:rect l="l" t="t" r="r" b="b"/>
              <a:pathLst>
                <a:path w="1145289" h="669021">
                  <a:moveTo>
                    <a:pt x="0" y="0"/>
                  </a:moveTo>
                  <a:lnTo>
                    <a:pt x="1145289" y="0"/>
                  </a:lnTo>
                  <a:lnTo>
                    <a:pt x="1145289" y="669021"/>
                  </a:lnTo>
                  <a:lnTo>
                    <a:pt x="0" y="669021"/>
                  </a:lnTo>
                  <a:close/>
                </a:path>
              </a:pathLst>
            </a:custGeom>
            <a:solidFill>
              <a:srgbClr val="729EBB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145289" cy="7071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-1911824" y="9548884"/>
            <a:ext cx="4348518" cy="2540190"/>
            <a:chOff x="0" y="0"/>
            <a:chExt cx="1145289" cy="66902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145289" cy="669021"/>
            </a:xfrm>
            <a:custGeom>
              <a:avLst/>
              <a:gdLst/>
              <a:ahLst/>
              <a:cxnLst/>
              <a:rect l="l" t="t" r="r" b="b"/>
              <a:pathLst>
                <a:path w="1145289" h="669021">
                  <a:moveTo>
                    <a:pt x="0" y="0"/>
                  </a:moveTo>
                  <a:lnTo>
                    <a:pt x="1145289" y="0"/>
                  </a:lnTo>
                  <a:lnTo>
                    <a:pt x="1145289" y="669021"/>
                  </a:lnTo>
                  <a:lnTo>
                    <a:pt x="0" y="669021"/>
                  </a:lnTo>
                  <a:close/>
                </a:path>
              </a:pathLst>
            </a:custGeom>
            <a:solidFill>
              <a:srgbClr val="DDF1F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1145289" cy="7071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-1916511" y="4017271"/>
            <a:ext cx="4348518" cy="1175760"/>
            <a:chOff x="0" y="0"/>
            <a:chExt cx="1145289" cy="309665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145289" cy="309665"/>
            </a:xfrm>
            <a:custGeom>
              <a:avLst/>
              <a:gdLst/>
              <a:ahLst/>
              <a:cxnLst/>
              <a:rect l="l" t="t" r="r" b="b"/>
              <a:pathLst>
                <a:path w="1145289" h="309665">
                  <a:moveTo>
                    <a:pt x="0" y="0"/>
                  </a:moveTo>
                  <a:lnTo>
                    <a:pt x="1145289" y="0"/>
                  </a:lnTo>
                  <a:lnTo>
                    <a:pt x="1145289" y="309665"/>
                  </a:lnTo>
                  <a:lnTo>
                    <a:pt x="0" y="309665"/>
                  </a:lnTo>
                  <a:close/>
                </a:path>
              </a:pathLst>
            </a:custGeom>
            <a:solidFill>
              <a:srgbClr val="DDF1F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1145289" cy="3477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-1911824" y="2663756"/>
            <a:ext cx="4348518" cy="1180073"/>
            <a:chOff x="0" y="0"/>
            <a:chExt cx="1145289" cy="310801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145289" cy="310801"/>
            </a:xfrm>
            <a:custGeom>
              <a:avLst/>
              <a:gdLst/>
              <a:ahLst/>
              <a:cxnLst/>
              <a:rect l="l" t="t" r="r" b="b"/>
              <a:pathLst>
                <a:path w="1145289" h="310801">
                  <a:moveTo>
                    <a:pt x="0" y="0"/>
                  </a:moveTo>
                  <a:lnTo>
                    <a:pt x="1145289" y="0"/>
                  </a:lnTo>
                  <a:lnTo>
                    <a:pt x="1145289" y="310801"/>
                  </a:lnTo>
                  <a:lnTo>
                    <a:pt x="0" y="310801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1145289" cy="3489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pic>
        <p:nvPicPr>
          <p:cNvPr id="20" name="Imagem 19" descr="Logotipo&#10;&#10;Descrição gerada automaticamente">
            <a:extLst>
              <a:ext uri="{FF2B5EF4-FFF2-40B4-BE49-F238E27FC236}">
                <a16:creationId xmlns:a16="http://schemas.microsoft.com/office/drawing/2014/main" id="{8A562693-C811-03C7-1589-2D448D8EFA9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44800" y="9001067"/>
            <a:ext cx="2098590" cy="1180457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0500000" y="2900000"/>
            <a:ext cx="7100000" cy="2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800" b="1">
                <a:solidFill>
                  <a:srgbClr val="DDF1FF"/>
                </a:solidFill>
                <a:latin typeface="Calibri"/>
              </a:rPr>
              <a:t>Aula 10</a:t>
            </a:r>
          </a:p>
          <a:p>
            <a:pPr algn="l">
              <a:spcAft>
                <a:spcPts val="800"/>
              </a:spcAft>
            </a:pPr>
            <a:r>
              <a:rPr sz="3500" b="1">
                <a:solidFill>
                  <a:srgbClr val="FFFFFF"/>
                </a:solidFill>
                <a:latin typeface="Calibri"/>
              </a:rPr>
              <a:t>Interatividade: Filtros e Segmentações</a:t>
            </a:r>
          </a:p>
          <a:p>
            <a:pPr algn="l">
              <a:spcAft>
                <a:spcPts val="800"/>
              </a:spcAft>
            </a:pPr>
            <a:r>
              <a:rPr sz="2200" b="0">
                <a:solidFill>
                  <a:srgbClr val="DDF1FF"/>
                </a:solidFill>
                <a:latin typeface="Calibri"/>
              </a:rPr>
              <a:t>Curso: Assistente em Análise de Dados</a:t>
            </a:r>
          </a:p>
          <a:p>
            <a:pPr algn="l">
              <a:spcAft>
                <a:spcPts val="800"/>
              </a:spcAft>
            </a:pPr>
            <a:r>
              <a:rPr sz="2200" b="0">
                <a:solidFill>
                  <a:srgbClr val="DDF1FF"/>
                </a:solidFill>
                <a:latin typeface="Calibri"/>
              </a:rPr>
              <a:t>Turma 103788  ·  24/09/2026  ·  13h-17h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>
                <a:solidFill>
                  <a:srgbClr val="1F497D"/>
                </a:solidFill>
                <a:latin typeface="Calibri"/>
              </a:rPr>
              <a:t>Agenda da aula (4h)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•  13:00 – 13:15   Abertura e recap da aula anterior</a:t>
            </a:r>
          </a:p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•  13:15 – 14:15   Tipos de filtro e segmentações de dados (slicers)</a:t>
            </a:r>
          </a:p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•  14:15 – 15:00   Editar interações, drill-down/drill-through e bookmarks</a:t>
            </a:r>
          </a:p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•  15:00 – 15:15   Intervalo</a:t>
            </a:r>
          </a:p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•  15:15 – 16:15   Adicionar segmentações, interações e um drill-through</a:t>
            </a:r>
          </a:p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•  16:15 – 16:45   Checklist e ajustes finais</a:t>
            </a:r>
          </a:p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•  16:45 – 17:00   Fechamento e próximos passos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3700000"/>
            <a:ext cx="164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F497D"/>
                </a:solidFill>
                <a:latin typeface="Calibri"/>
              </a:rPr>
              <a:t>AULA 10 · 24/09/2026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4450000"/>
            <a:ext cx="16400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900" b="1">
                <a:solidFill>
                  <a:srgbClr val="333333"/>
                </a:solidFill>
                <a:latin typeface="Calibri"/>
              </a:rPr>
              <a:t>Interatividade: Filtros e Segmentações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000" y="6050000"/>
            <a:ext cx="164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0">
                <a:solidFill>
                  <a:srgbClr val="1F497D"/>
                </a:solidFill>
                <a:latin typeface="Calibri"/>
              </a:rPr>
              <a:t>Slicers, interações entre visuais, drill-down e drill-through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>
                <a:solidFill>
                  <a:srgbClr val="1F497D"/>
                </a:solidFill>
                <a:latin typeface="Calibri"/>
              </a:rPr>
              <a:t>Por que isso importa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 Um relatório estático serve para pouco — o valor real do Power BI está na exploração interativa</a:t>
            </a:r>
          </a:p>
          <a:p>
            <a:pPr algn="l"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 Filtros e drill-through permitem que cada usuário responda suas próprias perguntas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>
                <a:solidFill>
                  <a:srgbClr val="1F497D"/>
                </a:solidFill>
                <a:latin typeface="Calibri"/>
              </a:rPr>
              <a:t>Conteúdos de hoje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 Tipos de filtro: nível de visual, de página e do relatório inteiro</a:t>
            </a:r>
          </a:p>
          <a:p>
            <a:pPr algn="l"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 Segmentações de dados (slicers): por lista, intervalo de datas, hierárquica</a:t>
            </a:r>
          </a:p>
          <a:p>
            <a:pPr algn="l"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 Editar interações entre visuais: destacar x filtrar x nenhum</a:t>
            </a:r>
          </a:p>
          <a:p>
            <a:pPr algn="l"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 Drill-down: navegar de um resumo para o detalhe no mesmo visual</a:t>
            </a:r>
          </a:p>
          <a:p>
            <a:pPr algn="l"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 Drill-through: navegar para uma página de detalhe dedicada</a:t>
            </a:r>
          </a:p>
          <a:p>
            <a:pPr algn="l"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 Introdução a bookmarks para criar botões de navegação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>
                <a:solidFill>
                  <a:srgbClr val="1F497D"/>
                </a:solidFill>
                <a:latin typeface="Calibri"/>
              </a:rPr>
              <a:t>Conteúdos de hoje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 Editar interações entre visuais: destacar x filtrar x nenhum</a:t>
            </a:r>
          </a:p>
          <a:p>
            <a:pPr algn="l"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 Drill-down: navegar de um resumo para o detalhe no mesmo visual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>
                <a:solidFill>
                  <a:srgbClr val="1F497D"/>
                </a:solidFill>
                <a:latin typeface="Calibri"/>
              </a:rPr>
              <a:t>Drill-down x Drill-through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•  Drill-down — navegar entre níveis de uma hierarquia dentro do MESMO visual (ex.: de Região para Estado)</a:t>
            </a:r>
          </a:p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•  Drill-through — navegar para uma PÁGINA DE DETALHE dedicada, levando o contexto do valor clicado</a:t>
            </a:r>
          </a:p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•  Bookmark (marcador) — salva o estado atual da tela (filtros, visuais visíveis)</a:t>
            </a:r>
          </a:p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•  Bookmarks podem virar botões de navegação ou de “limpar filtros”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>
                <a:solidFill>
                  <a:srgbClr val="1F497D"/>
                </a:solidFill>
                <a:latin typeface="Calibri"/>
              </a:rPr>
              <a:t>Conteúdos de hoje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 Drill-through: navegar para uma página de detalhe dedicada</a:t>
            </a:r>
          </a:p>
          <a:p>
            <a:pPr algn="l"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 Introdução a bookmarks para criar botões de navegação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3700000"/>
            <a:ext cx="164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F497D"/>
                </a:solidFill>
                <a:latin typeface="Calibri"/>
              </a:rPr>
              <a:t>MÃO NA MASSA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4450000"/>
            <a:ext cx="16400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900" b="1">
                <a:solidFill>
                  <a:srgbClr val="333333"/>
                </a:solidFill>
                <a:latin typeface="Calibri"/>
              </a:rPr>
              <a:t>Atividade prática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>
                <a:solidFill>
                  <a:srgbClr val="1F497D"/>
                </a:solidFill>
                <a:latin typeface="Calibri"/>
              </a:rPr>
              <a:t>Passo a passo da atividade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1. Adicionar segmentações de Região, Categoria e Data</a:t>
            </a:r>
          </a:p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2. Configurar as interações entre pelo menos 2 visuais</a:t>
            </a:r>
          </a:p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3. Criar um drill-through da visão geral por região para o detalhe por vendedor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>
                <a:solidFill>
                  <a:srgbClr val="1F497D"/>
                </a:solidFill>
                <a:latin typeface="Calibri"/>
              </a:rPr>
              <a:t>Resultado esperado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 Segmentações funcionando para Região, Categoria e Data</a:t>
            </a:r>
          </a:p>
          <a:p>
            <a:pPr algn="l"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 Um caminho de drill-through funcional entre a visão geral e o detalhe por vendedor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>
                <a:solidFill>
                  <a:srgbClr val="1F497D"/>
                </a:solidFill>
                <a:latin typeface="Calibri"/>
              </a:rPr>
              <a:t>Checklist da atividade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 Concluiu: Adicionar segmentações de Região, Categoria e Data</a:t>
            </a:r>
          </a:p>
          <a:p>
            <a:pPr algn="l"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 Concluiu: Configurar as interações entre pelo menos 2 visuais</a:t>
            </a:r>
          </a:p>
          <a:p>
            <a:pPr algn="l"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 Concluiu: Criar um drill-through da visão geral por região para o detalhe por vendedor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>
                <a:solidFill>
                  <a:srgbClr val="1F497D"/>
                </a:solidFill>
                <a:latin typeface="Calibri"/>
              </a:rPr>
              <a:t>Glossário desta aula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6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300" b="1">
                <a:solidFill>
                  <a:srgbClr val="1F497D"/>
                </a:solidFill>
                <a:latin typeface="Calibri"/>
              </a:rPr>
              <a:t>•  Segmentação de dados (Slicer)</a:t>
            </a:r>
          </a:p>
          <a:p>
            <a:pPr algn="l">
              <a:spcAft>
                <a:spcPts val="800"/>
              </a:spcAft>
            </a:pPr>
            <a:r>
              <a:rPr sz="2100" b="0">
                <a:solidFill>
                  <a:srgbClr val="333333"/>
                </a:solidFill>
                <a:latin typeface="Calibri"/>
              </a:rPr>
              <a:t>Visual de filtro interativo que o usuário final pode manipular.</a:t>
            </a:r>
          </a:p>
          <a:p>
            <a:pPr algn="l">
              <a:spcAft>
                <a:spcPts val="800"/>
              </a:spcAft>
            </a:pPr>
            <a:r>
              <a:rPr sz="2300" b="1">
                <a:solidFill>
                  <a:srgbClr val="1F497D"/>
                </a:solidFill>
                <a:latin typeface="Calibri"/>
              </a:rPr>
              <a:t>•  Editar interações</a:t>
            </a:r>
          </a:p>
          <a:p>
            <a:pPr algn="l">
              <a:spcAft>
                <a:spcPts val="800"/>
              </a:spcAft>
            </a:pPr>
            <a:r>
              <a:rPr sz="2100" b="0">
                <a:solidFill>
                  <a:srgbClr val="333333"/>
                </a:solidFill>
                <a:latin typeface="Calibri"/>
              </a:rPr>
              <a:t>Configuração de como um visual afeta os demais ao ser clicado.</a:t>
            </a:r>
          </a:p>
          <a:p>
            <a:pPr algn="l">
              <a:spcAft>
                <a:spcPts val="800"/>
              </a:spcAft>
            </a:pPr>
            <a:r>
              <a:rPr sz="2300" b="1">
                <a:solidFill>
                  <a:srgbClr val="1F497D"/>
                </a:solidFill>
                <a:latin typeface="Calibri"/>
              </a:rPr>
              <a:t>•  Drill-down</a:t>
            </a:r>
          </a:p>
          <a:p>
            <a:pPr algn="l">
              <a:spcAft>
                <a:spcPts val="800"/>
              </a:spcAft>
            </a:pPr>
            <a:r>
              <a:rPr sz="2100" b="0">
                <a:solidFill>
                  <a:srgbClr val="333333"/>
                </a:solidFill>
                <a:latin typeface="Calibri"/>
              </a:rPr>
              <a:t>Navegar de um nível resumido para um nível mais detalhado no mesmo visual.</a:t>
            </a:r>
          </a:p>
          <a:p>
            <a:pPr algn="l">
              <a:spcAft>
                <a:spcPts val="800"/>
              </a:spcAft>
            </a:pPr>
            <a:r>
              <a:rPr sz="2300" b="1">
                <a:solidFill>
                  <a:srgbClr val="1F497D"/>
                </a:solidFill>
                <a:latin typeface="Calibri"/>
              </a:rPr>
              <a:t>•  Drill-through</a:t>
            </a:r>
          </a:p>
          <a:p>
            <a:pPr algn="l">
              <a:spcAft>
                <a:spcPts val="800"/>
              </a:spcAft>
            </a:pPr>
            <a:r>
              <a:rPr sz="2100" b="0">
                <a:solidFill>
                  <a:srgbClr val="333333"/>
                </a:solidFill>
                <a:latin typeface="Calibri"/>
              </a:rPr>
              <a:t>Navegar de um visual para uma página de detalhe dedicada.</a:t>
            </a:r>
          </a:p>
          <a:p>
            <a:pPr algn="l">
              <a:spcAft>
                <a:spcPts val="800"/>
              </a:spcAft>
            </a:pPr>
            <a:r>
              <a:rPr sz="2300" b="1">
                <a:solidFill>
                  <a:srgbClr val="1F497D"/>
                </a:solidFill>
                <a:latin typeface="Calibri"/>
              </a:rPr>
              <a:t>•  Bookmark (marcador)</a:t>
            </a:r>
          </a:p>
          <a:p>
            <a:pPr algn="l">
              <a:spcAft>
                <a:spcPts val="800"/>
              </a:spcAft>
            </a:pPr>
            <a:r>
              <a:rPr sz="2100" b="0">
                <a:solidFill>
                  <a:srgbClr val="333333"/>
                </a:solidFill>
                <a:latin typeface="Calibri"/>
              </a:rPr>
              <a:t>Estado salvo de um relatório, usado para criar navegação.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>
                <a:solidFill>
                  <a:srgbClr val="1F497D"/>
                </a:solidFill>
                <a:latin typeface="Calibri"/>
              </a:rPr>
              <a:t>Perguntas de revisão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•  Qual a diferença entre um filtro de página e um filtro do relatório inteiro?</a:t>
            </a:r>
          </a:p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•  O que é uma segmentação de dados (slicer)?</a:t>
            </a:r>
          </a:p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•  Explique com suas palavras a diferença entre drill-down e drill-through</a:t>
            </a:r>
          </a:p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•  Para que serve um bookmark (marcador)?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>
                <a:solidFill>
                  <a:srgbClr val="1F497D"/>
                </a:solidFill>
                <a:latin typeface="Calibri"/>
              </a:rPr>
              <a:t>O que vimos hoje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 Tipos de filtro: nível de visual, de página e do relatório inteiro</a:t>
            </a:r>
          </a:p>
          <a:p>
            <a:pPr algn="l"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 Segmentações de dados (slicers): por lista, intervalo de datas, hierárquica</a:t>
            </a:r>
          </a:p>
          <a:p>
            <a:pPr algn="l"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 Editar interações entre visuais: destacar x filtrar x nenhum</a:t>
            </a:r>
          </a:p>
          <a:p>
            <a:pPr algn="l"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 Drill-down: navegar de um resumo para o detalhe no mesmo visual</a:t>
            </a:r>
          </a:p>
          <a:p>
            <a:pPr algn="l"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 Drill-through: navegar para uma página de detalhe dedicada</a:t>
            </a:r>
          </a:p>
          <a:p>
            <a:pPr algn="l"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 Introdução a bookmarks para criar botões de navegação</a:t>
            </a:r>
          </a:p>
          <a:p>
            <a:pPr algn="l"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 Próxima aula: construção de um dashboard completo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7435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2"/>
          <p:cNvSpPr/>
          <p:nvPr/>
        </p:nvSpPr>
        <p:spPr>
          <a:xfrm>
            <a:off x="0" y="-18120"/>
            <a:ext cx="10078328" cy="6744870"/>
          </a:xfrm>
          <a:custGeom>
            <a:avLst/>
            <a:gdLst/>
            <a:ahLst/>
            <a:cxnLst/>
            <a:rect l="l" t="t" r="r" b="b"/>
            <a:pathLst>
              <a:path w="10078328" h="6744870">
                <a:moveTo>
                  <a:pt x="0" y="0"/>
                </a:moveTo>
                <a:lnTo>
                  <a:pt x="10078328" y="0"/>
                </a:lnTo>
                <a:lnTo>
                  <a:pt x="10078328" y="6744869"/>
                </a:lnTo>
                <a:lnTo>
                  <a:pt x="0" y="67448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3801" t="-21813" r="-21128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" name="TextBox 3"/>
          <p:cNvSpPr txBox="1"/>
          <p:nvPr/>
        </p:nvSpPr>
        <p:spPr>
          <a:xfrm>
            <a:off x="10078328" y="3794931"/>
            <a:ext cx="7629482" cy="9903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  <a:spcBef>
                <a:spcPct val="0"/>
              </a:spcBef>
            </a:pPr>
            <a:r>
              <a:rPr lang="en-US" sz="5400" dirty="0" err="1">
                <a:solidFill>
                  <a:srgbClr val="FFFFFF"/>
                </a:solidFill>
                <a:latin typeface="Unbounded 1 Ultra-Bold"/>
              </a:rPr>
              <a:t>Gratidão</a:t>
            </a:r>
            <a:r>
              <a:rPr lang="en-US" sz="5400" dirty="0">
                <a:solidFill>
                  <a:srgbClr val="FFFFFF"/>
                </a:solidFill>
                <a:latin typeface="Unbounded 1 Ultra-Bold"/>
              </a:rPr>
              <a:t>!</a:t>
            </a:r>
          </a:p>
        </p:txBody>
      </p:sp>
      <p:sp>
        <p:nvSpPr>
          <p:cNvPr id="4" name="Freeform 4"/>
          <p:cNvSpPr/>
          <p:nvPr/>
        </p:nvSpPr>
        <p:spPr>
          <a:xfrm>
            <a:off x="3177634" y="-162759"/>
            <a:ext cx="6443388" cy="6889508"/>
          </a:xfrm>
          <a:custGeom>
            <a:avLst/>
            <a:gdLst/>
            <a:ahLst/>
            <a:cxnLst/>
            <a:rect l="l" t="t" r="r" b="b"/>
            <a:pathLst>
              <a:path w="6443388" h="6889508">
                <a:moveTo>
                  <a:pt x="0" y="0"/>
                </a:moveTo>
                <a:lnTo>
                  <a:pt x="6443389" y="0"/>
                </a:lnTo>
                <a:lnTo>
                  <a:pt x="6443389" y="6889508"/>
                </a:lnTo>
                <a:lnTo>
                  <a:pt x="0" y="68895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2099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5" name="Freeform 5"/>
          <p:cNvSpPr/>
          <p:nvPr/>
        </p:nvSpPr>
        <p:spPr>
          <a:xfrm>
            <a:off x="0" y="3794931"/>
            <a:ext cx="9304949" cy="5863637"/>
          </a:xfrm>
          <a:custGeom>
            <a:avLst/>
            <a:gdLst/>
            <a:ahLst/>
            <a:cxnLst/>
            <a:rect l="l" t="t" r="r" b="b"/>
            <a:pathLst>
              <a:path w="9304949" h="5863637">
                <a:moveTo>
                  <a:pt x="0" y="0"/>
                </a:moveTo>
                <a:lnTo>
                  <a:pt x="9304949" y="0"/>
                </a:lnTo>
                <a:lnTo>
                  <a:pt x="9304949" y="5863637"/>
                </a:lnTo>
                <a:lnTo>
                  <a:pt x="0" y="58636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9FC40EC0FA74E64E8146614CB730A4D9" ma:contentTypeVersion="18" ma:contentTypeDescription="Crie um novo documento." ma:contentTypeScope="" ma:versionID="64e3dda2b1a63d799175312bc15f4ace">
  <xsd:schema xmlns:xsd="http://www.w3.org/2001/XMLSchema" xmlns:xs="http://www.w3.org/2001/XMLSchema" xmlns:p="http://schemas.microsoft.com/office/2006/metadata/properties" xmlns:ns2="f61705dd-dd2d-4ab9-9bbf-49e0d21b9022" xmlns:ns3="0798beb3-9d6a-467b-b776-ccfc93473710" targetNamespace="http://schemas.microsoft.com/office/2006/metadata/properties" ma:root="true" ma:fieldsID="483aaa94bd3aaf7c48ed0e08118cf103" ns2:_="" ns3:_="">
    <xsd:import namespace="f61705dd-dd2d-4ab9-9bbf-49e0d21b9022"/>
    <xsd:import namespace="0798beb3-9d6a-467b-b776-ccfc9347371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61705dd-dd2d-4ab9-9bbf-49e0d21b902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Marcações de imagem" ma:readOnly="false" ma:fieldId="{5cf76f15-5ced-4ddc-b409-7134ff3c332f}" ma:taxonomyMulti="true" ma:sspId="11000289-e8e0-4655-aaa4-6ce2e2879be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798beb3-9d6a-467b-b776-ccfc93473710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560c32b9-b3cd-4e58-8615-6ab9f3400046}" ma:internalName="TaxCatchAll" ma:showField="CatchAllData" ma:web="0798beb3-9d6a-467b-b776-ccfc9347371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8197250-31A0-4980-994A-4E66396C857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3136358-B574-409C-9149-8485FB1C6F7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61705dd-dd2d-4ab9-9bbf-49e0d21b9022"/>
    <ds:schemaRef ds:uri="0798beb3-9d6a-467b-b776-ccfc9347371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10920</TotalTime>
  <Words>2</Words>
  <Application>Microsoft Office PowerPoint</Application>
  <PresentationFormat>Personalizar</PresentationFormat>
  <Paragraphs>1</Paragraphs>
  <Slides>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5</vt:i4>
      </vt:variant>
    </vt:vector>
  </HeadingPairs>
  <TitlesOfParts>
    <vt:vector size="10" baseType="lpstr">
      <vt:lpstr>Arial</vt:lpstr>
      <vt:lpstr>Calibri</vt:lpstr>
      <vt:lpstr>Unbounded 1 Ultra-Bold</vt:lpstr>
      <vt:lpstr>Office Theme</vt:lpstr>
      <vt:lpstr>1_Office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 APRESENTAÇÃO SENAI</dc:title>
  <dc:creator>Alisson de Oliveira da Guia</dc:creator>
  <cp:lastModifiedBy>Ana Claudia Conceição</cp:lastModifiedBy>
  <cp:revision>13</cp:revision>
  <dcterms:created xsi:type="dcterms:W3CDTF">2006-08-16T00:00:00Z</dcterms:created>
  <dcterms:modified xsi:type="dcterms:W3CDTF">2025-01-30T12:04:47Z</dcterms:modified>
  <dc:identifier>DAGGnDa8uXQ</dc:identifier>
</cp:coreProperties>
</file>