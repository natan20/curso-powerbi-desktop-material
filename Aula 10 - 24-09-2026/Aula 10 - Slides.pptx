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308" r:id="rId29"/>
    <p:sldId id="310" r:id="rId21"/>
    <p:sldId id="301" r:id="rId22"/>
    <p:sldId id="302" r:id="rId23"/>
    <p:sldId id="303" r:id="rId24"/>
    <p:sldId id="304" r:id="rId25"/>
    <p:sldId id="305" r:id="rId26"/>
    <p:sldId id="309" r:id="rId30"/>
    <p:sldId id="306" r:id="rId27"/>
    <p:sldId id="307" r:id="rId28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6.xml"/><Relationship Id="rId30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10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Interatividade: Filtros e Segmentações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24/09/2026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Tipos de filtro e segmentações de dados (slicers)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Editar interações, drill-down/drill-through e bookmarks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Adicionar segmentações, interações e um drill-through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10 · 24/09/2026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Interatividade: Filtros e Segmentações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Slicers, interações entre visuais, drill-down e drill-through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relatório estático serve para pouco — o valor real do Power BI está na exploração interativa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Filtros e drill-through permitem que cada usuário responda suas próprias perguntas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Tipos de filtro: nível de visual, de página e do relatório inteiro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Segmentações de dados (slicers): por lista, intervalo de datas, hierárquica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Editar interações entre visuais: destacar x filtrar x nenhum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Drill-down: navegar de um resumo para o detalhe no mesmo visual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Drill-through: navegar para uma página de detalhe dedicada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Introdução a bookmarks para criar botões de navegação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Bookmarks e botões: criando navegação entre páginas do relatório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Drill-down x Drill-through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Drill-down — navegar entre níveis de uma hierarquia dentro do MESMO visual (ex.: de Região para Estado)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Drill-through — navegar para uma PÁGINA DE DETALHE dedicada, levando o contexto do valor clicado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Bookmark (marcador) — salva o estado atual da tela (filtros, visuais visíveis)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Bookmarks podem virar botões de navegação ou de “limpar filtros”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Bookmarks e botões: navegação entre páginas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Marcador (Bookmark): salva o estado atual de filtros, seleções e visibilidade — Modo de Exibição → Marcadores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Botão: elemento clicável (Inserir → Botões) que navega para outra página ou aplica um marcador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Um botão por página, cada um aplicando o marcador daquela página, cria um menu de navegação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Também simula abas, popups de detalhe e alternância de visuais (mostrar/ocultar)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Adicionar segmentações de Região, Categoria e Data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Configurar as interações entre pelo menos 2 visuais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Criar um drill-through da visão geral por região para o detalhe por vendedor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Segmentações funcionando para Região, Categoria e Data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caminho de drill-through funcional entre a visão geral e o detalhe por vendedor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Adicionar segmentações de Região, Categoria e Data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Configurar as interações entre pelo menos 2 visuais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um drill-through da visão geral por região para o detalhe por vendedor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Segmentação de dados (Slicer)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Visual de filtro interativo que o usuário final pode manipular.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Editar interações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Configuração de como um visual afeta os demais ao ser clicado.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Drill-down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Navegar de um nível resumido para um nível mais detalhado no mesmo visual.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Drill-through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Navegar de um visual para uma página de detalhe dedicada.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Bookmark (marcador)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Estado salvo de um relatório, usado para criar navegação.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um filtro de página e um filtro do relatório inteiro?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é uma segmentação de dados (slicer)?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Explique com suas palavras a diferença entre drill-down e drill-through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Para que serve um bookmark (marcador)?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é um marcador (bookmark) e como ele se combina com botões para criar navegação?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Tipos de filtro: nível de visual, de página e do relatório inteiro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Segmentações de dados (slicers): por lista, intervalo de datas, hierárquica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Editar interações entre visuais: destacar x filtrar x nenhum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Drill-down: navegar de um resumo para o detalhe no mesmo visual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Drill-through: navegar para uma página de detalhe dedicada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Introdução a bookmarks para criar botões de navegação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Bookmarks e botões: criando navegação entre páginas do relatório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construção de um dashboard completo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