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308" r:id="rId29"/>
    <p:sldId id="301" r:id="rId22"/>
    <p:sldId id="302" r:id="rId23"/>
    <p:sldId id="303" r:id="rId24"/>
    <p:sldId id="304" r:id="rId25"/>
    <p:sldId id="305" r:id="rId26"/>
    <p:sldId id="309" r:id="rId30"/>
    <p:sldId id="306" r:id="rId27"/>
    <p:sldId id="307" r:id="rId28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2" Type="http://schemas.openxmlformats.org/officeDocument/2006/relationships/slide" Target="slides/slide7.xml"/><Relationship Id="rId23" Type="http://schemas.openxmlformats.org/officeDocument/2006/relationships/slide" Target="slides/slide8.xml"/><Relationship Id="rId24" Type="http://schemas.openxmlformats.org/officeDocument/2006/relationships/slide" Target="slides/slide9.xml"/><Relationship Id="rId25" Type="http://schemas.openxmlformats.org/officeDocument/2006/relationships/slide" Target="slides/slide10.xml"/><Relationship Id="rId26" Type="http://schemas.openxmlformats.org/officeDocument/2006/relationships/slide" Target="slides/slide11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6.xml"/><Relationship Id="rId30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00000" y="2900000"/>
            <a:ext cx="71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13</a:t>
            </a:r>
          </a:p>
          <a:p>
            <a:pPr algn="l">
              <a:spcAft>
                <a:spcPts val="800"/>
              </a:spcAft>
            </a:pPr>
            <a:r>
              <a:rPr sz="3500" b="1">
                <a:solidFill>
                  <a:srgbClr val="FFFFFF"/>
                </a:solidFill>
                <a:latin typeface="Calibri"/>
              </a:rPr>
              <a:t>Segurança e Atualização de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Turma 103788  ·  05/10/2026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13:15   Abertura e recap da aula anterior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13:15 – 14:15   RLS (Row-Level Security): conceito e criação de papéis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14:15 – 15:00   Testar papéis, atualização manual/agendada e gateway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15:00 – 15:15 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15:15 – 16:15   Configurar RLS por região responsável e testar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16:15 – 16:45   Checklist e ajustes finais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 Fechamento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AULA 13 · 05/10/2026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Segurança e Atualização de Dados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F497D"/>
                </a:solidFill>
                <a:latin typeface="Calibri"/>
              </a:rPr>
              <a:t>Segurança em nível de linha (RLS) e atualização de dados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Por que isso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Nem todo usuário deveria ver todos os dados — segurança é parte do trabalho de quem constrói relatórios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Dados desatualizados geram decisões erradas, por isso a atualização também precisa ser planejada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RLS (Row-Level Security): restringir o que cada usuário enxerga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Criar papéis (roles) com uma regra de filtro em DAX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Testar um papel com "Exibir como" dentro do próprio Desktop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Atualização manual (botão Atualizar) x atualização agendada no Service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Noção de gateway de dados para fontes locais (on-premises)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RLS na prática: um exemplo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Dashboard de vendas nacional, mesmo relatório publicado para todos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Um vendedor da região Sul deveria ver apenas os dados da região Sul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Um gerente nacional vê todas as regiões, no mesmo relatório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Sem RLS, seria preciso um relatório separado por vendedor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 RLS, um único relatório atende a todos — cada um vendo só o que é permitido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Passo a passo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1. Relacionar Usuarios_RLS com Vendas pela coluna Vendedor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2. Criar um papel de RLS com regra DAX baseada em Região Responsável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3. Testar o papel com "Exibir como", simulando dois vendedores diferentes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4. Discutir quando usar atualização manual x agendada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Resultado esperado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 papel de RLS funcionando, restringindo a visualização por região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Clareza sobre quando usar atualização manual ou agendada em um cenário real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Relacionar Usuarios_RLS com Vendas pela coluna Vendedor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um papel de RLS com regra DAX baseada em Região Responsável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Testar o papel com "Exibir como", simulando dois vendedores diferentes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Discutir quando usar atualização manual x agendada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RLS (Row-Level Security)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Mecanismo que restringe quais linhas de dados cada usuário pode ver.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Papel (Role)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Regra de segurança criada no Desktop, definida por uma expressão DAX de filtro.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Exibir como (View As)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Recurso para testar um papel de RLS dentro do próprio Desktop.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Atualização agendada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Configuração no Service para atualizar os dados automaticamente.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Gateway de dados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Componente que conecta o Service a fontes de dados locais (on-premises).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Para que serve a Segurança em Nível de Linha (RLS)?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Quais os passos para criar um papel de RLS?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Como testar um papel antes de publicar o relatório?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 a diferença entre atualização manual e agendada?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Quando é necessário um gateway de dados?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RLS (Row-Level Security): restringir o que cada usuário enxerga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Criar papéis (roles) com uma regra de filtro em DAX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Testar um papel com "Exibir como" dentro do próprio Desktop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Atualização manual (botão Atualizar) x atualização agendada no Service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Noção de gateway de dados para fontes locais (on-premises)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Próxima aula: desenvolvimento do projeto final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