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6.xml"/><Relationship Id="rId3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13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Segurança e Atualização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05/10/2026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RLS (Row-Level Security): conceito e criação de papéis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Testar papéis, atualização manual/agendada e gateway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Configurar RLS por região responsável e testar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13 · 05/10/2026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Segurança e Atualização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Segurança em nível de linha (RLS) e atualização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Nem todo usuário deveria ver todos os dados — segurança é parte do trabalho de quem constrói relatórios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Dados desatualizados geram decisões erradas, por isso a atualização também precisa ser planejada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RLS (Row-Level Security): restringir o que cada usuário enxerga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papéis (roles) com uma regra de filtro 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RLS na prática: um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Dashboard de vendas nacional, mesmo relatório publicado para todos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vendedor da região Sul deveria ver apenas os dados da região Sul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gerente nacional vê todas as regiões, no mesmo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Sem RLS, seria preciso um relatório separado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RLS, um único relatório atende a todos — cada um vendo só o que é permitido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Relacionar Usuarios_RLS com Vendas pela coluna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um papel de RLS com regra DAX baseada em Região Responsável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Testar o papel com "Exibir como", simulando dois vendedores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Discutir quando usar atualização manual x agendada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papel de RLS funcionando, restringindo a visualização por região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Clareza sobre quando usar atualização manual ou agendada em um cenário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Usuarios_RLS com Vendas pela coluna Vendedor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papel de RLS com regra DAX baseada em Região Responsável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Testar o papel com "Exibir como", simulando dois vendedores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Discutir quando usar atualização manual x agendada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RLS (Row-Level Security)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Mecanismo que restringe quais linhas de dados cada usuário pode ver.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Papel (Role)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Regra de segurança criada no Desktop, definida por uma expressão DAX de filtro.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Exibir como (View As)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Recurso para testar um papel de RLS dentro do próprio Desktop.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Atualização agendada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Configuração no Service para atualizar os dados automaticamente.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Gateway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Componente que conecta o Service a fontes de dados locais (on-premises).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Segurança em Nível de Linha (RLS)?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os passos para criar um papel de RLS?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testar um papel antes de publicar o relatório?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atualização manual e agendada?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é necessário um gateway de dados?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RLS (Row-Level Security): restringir o que cada usuário enxerga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papéis (roles) com uma regra de filtro 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desenvolvimento do projeto final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