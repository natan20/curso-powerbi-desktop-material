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10" r:id="rId21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6.xml"/><Relationship Id="rId30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13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Segurança e Atualização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05/10/2026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RLS (Row-Level Security): conceito e criação de papéis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Testar papéis, atualização manual/agendada e gateway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Configurar RLS por região responsável e testar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13 · 05/10/2026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Segurança e Atualização de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Segurança em nível de linha (RLS) e atualização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Nem todo usuário deveria ver todos os dados — segurança é parte do trabalho de quem constrói relatórios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Dados desatualizados geram decisões erradas, por isso a atualização também precisa ser planejada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RLS (Row-Level Security): restringir o que cada usuário enxerga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Criar papéis (roles) com uma regra de filtro em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Testar um papel com "Exibir como" dentro do próprio Desktop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Atualização manual (botão Atualizar) x atualização agendada no Service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Noção de gateway de dados para fontes locais (on-premises)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Modos de armazenamento: Import x DirectQuery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RLS na prática: um exemplo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Dashboard de vendas nacional, mesmo relatório publicado para todos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 vendedor da região Sul deveria ver apenas os dados da região Sul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 gerente nacional vê todas as regiões, no mesmo relatório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Sem RLS, seria preciso um relatório separado por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 RLS, um único relatório atende a todos — cada um vendo só o que é permitido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Modos de armazenamento: Import x DirectQuery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Import (usado no curso): os dados são copiados para dentro do Power BI — rápido, mas exige atualização manual/agendada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DirectQuery: o Power BI consulta a fonte em tempo real, sem copiar os dados — sempre atual, mas depende da fonte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Import: relatórios mais rápidos e funções DAX completas, porém com dados "parados" até a próxima atualização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DirectQuery: dados sempre atuais, mas com menos performance e algumas limitações de DAX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 escolha depende do volume de dados e da necessidade de dados em tempo real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Relacionar Usuarios_RLS com Vendas pela coluna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Criar um papel de RLS com regra DAX baseada em Região Responsável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Testar o papel com "Exibir como", simulando dois vendedores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Discutir quando usar atualização manual x agendada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papel de RLS funcionando, restringindo a visualização por região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Clareza sobre quando usar atualização manual ou agendada em um cenário real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Relacionar Usuarios_RLS com Vendas pela coluna Vendedor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um papel de RLS com regra DAX baseada em Região Responsável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Testar o papel com "Exibir como", simulando dois vendedores diferentes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Discutir quando usar atualização manual x agendada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RLS (Row-Level Security)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Mecanismo que restringe quais linhas de dados cada usuário pode ver.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Papel (Role)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Regra de segurança criada no Desktop, definida por uma expressão DAX de filtro.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Exibir como (View As)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Recurso para testar um papel de RLS dentro do próprio Desktop.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Atualização agendada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Configuração no Service para atualizar os dados automaticamente.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Gateway de dados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Componente que conecta o Service a fontes de dados locais (on-premises).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Import x DirectQuery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Modos de armazenamento: Import copia os dados para o Power BI; DirectQuery consulta a fonte em tempo real.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a Segurança em Nível de Linha (RLS)?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Quais os passos para criar um papel de RLS?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testar um papel antes de publicar o relatório?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atualização manual e agendada?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é necessário um gateway de dados?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os modos de armazenamento Import e DirectQuery?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RLS (Row-Level Security): restringir o que cada usuário enxerga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Criar papéis (roles) com uma regra de filtro em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Testar um papel com "Exibir como" dentro do próprio Desktop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Atualização manual (botão Atualizar) x atualização agendada no Service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Noção de gateway de dados para fontes locais (on-premises)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Modos de armazenamento: Import x DirectQuery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desenvolvimento do projeto final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