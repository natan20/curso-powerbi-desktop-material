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1" r:id="rId22"/>
    <p:sldId id="299" r:id="rId20"/>
    <p:sldId id="302" r:id="rId23"/>
    <p:sldId id="300" r:id="rId21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7.xml"/><Relationship Id="rId21" Type="http://schemas.openxmlformats.org/officeDocument/2006/relationships/slide" Target="slides/slide9.xml"/><Relationship Id="rId22" Type="http://schemas.openxmlformats.org/officeDocument/2006/relationships/slide" Target="slides/slide6.xml"/><Relationship Id="rId2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800000"/>
            <a:ext cx="70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14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Desenvolvimento do Projeto Final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DDF1FF"/>
                </a:solidFill>
                <a:latin typeface="Calibri"/>
              </a:rPr>
              <a:t>Turma 103788  ·  07/10/2026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13:30  Briefing e escolha do tema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13:30 – 14:20  Checkpoint 1: dados conectados e modelo relacionado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14:20 – 15:35  Checkpoint 2: medidas DAX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15:35 – 15:50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15:50 – 16:45  Checkpoint 3: dashboard com 4+ visuais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Checkpoint 4: revisão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esperamos do projeto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Conexão e modelagem correta dos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Pelo menos 3 medidas DAX relevantes ao tema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Dashboard com no mínimo 4 visuais variados</a:t>
            </a:r>
            <a:r>
              <a:rPr sz="1800" i="1">
                <a:solidFill>
                  <a:srgbClr val="7A7A7A"/>
                </a:solidFill>
                <a:latin typeface="Calibri"/>
              </a:rPr>
              <a:t>  (Cartões + Colunas + Linha)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Pelo menos 1 filtro/segmentação interativa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Clareza: o dashboard precisa contar uma história compreensível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Escolha seu 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F497D"/>
                </a:solidFill>
                <a:latin typeface="Calibri"/>
              </a:rPr>
              <a:t>Opção A — Eficiência de Produção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Producao_Industrial.xlsx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Qual linha tem maior taxa de refugo?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Qual turno tem mais tempo de parada?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Qual o motivo de parada mais recorrente?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F497D"/>
                </a:solidFill>
                <a:latin typeface="Calibri"/>
              </a:rPr>
              <a:t>Opção B — Análise 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Vendas + Produtos + Clientes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Qual região cresce mais?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Quais produtos têm maior margem?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Qual segmento mais compra?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Cronograma da aula (checkpoints)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1. Checkpoint 1 (até ~1h): dados conectados e modelo relacionado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2. Checkpoint 2 (até ~2h15): pelo menos 3 medidas DAX criadas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3. Checkpoint 3 (até ~3h50): dashboard com 4+ visuais e 1 segmentação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4. Checkpoint 4 (até 4h): revisão final e formatação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Rubrica de avaliação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Conexão e modelagem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Dados conectados corretamente, com relacionamentos válidos entre as tabelas.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Medidas DAX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Uso de pelo menos 3 medidas DAX relevantes ao tema escolhido.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Dashboard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No mínimo 4 visuais variados, bem formatados e organizados.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Interatividade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Uso de pelo menos 1 filtro/segmentação de dados funcional.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Storytelling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O dashboard comunica uma conclusão clara sobre o tema escolhido.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Antes de terminar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Revise formatação: cores, títulos e tooltips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Confirme que o storytelling do dashboard está claro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Salve como "ProjetoFinal_SeuNome.pbix"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Prepare-se: na Aula 15 você vai apresentar este projeto para a turma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Briefing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Documento resumido que descreve o que se espera de um projeto ou entrega.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Rubrica de avaliação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Tabela de critérios usada para avaliar a qualidade de um trabalho de forma objetiva.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Checkpoint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Ponto de controle intermediário para verificar se o progresso está dentro do esperado.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