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295" r:id="rId6"/>
    <p:sldId id="296" r:id="rId7"/>
    <p:sldId id="297" r:id="rId8"/>
    <p:sldId id="315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font" Target="fonts/font1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500000" cy="262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 dirty="0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página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de visual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relatório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inteiro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300" b="1" dirty="0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Visualizações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opções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formatação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br>
              <a:rPr lang="pt-BR" sz="2300" b="0" dirty="0">
                <a:solidFill>
                  <a:srgbClr val="333333"/>
                </a:solidFill>
                <a:latin typeface="Calibri"/>
              </a:rPr>
            </a:br>
            <a:r>
              <a:rPr lang="pt-BR" sz="2300" b="1" dirty="0">
                <a:solidFill>
                  <a:srgbClr val="EE5A24"/>
                </a:solidFill>
              </a:rPr>
              <a:t>•  </a:t>
            </a:r>
            <a:r>
              <a:rPr lang="pt-BR" sz="2300" dirty="0">
                <a:solidFill>
                  <a:srgbClr val="333333"/>
                </a:solidFill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Selecionar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visual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Visualizações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" para 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Eixo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X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Observar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total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somado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automaticamente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r>
              <a:rPr sz="2200" b="1">
                <a:solidFill>
                  <a:srgbClr val="333333"/>
                </a:solidFill>
                <a:latin typeface="Calibri"/>
              </a:rPr>
              <a:t>Por que assim? </a:t>
            </a:r>
            <a:r>
              <a:rPr sz="2200" b="0" i="1">
                <a:solidFill>
                  <a:srgbClr val="333333"/>
                </a:solidFill>
                <a:latin typeface="Calibri"/>
              </a:rPr>
              <a:t>Colunas comparam valores entre categorias: cada categoria vira uma coluna no Eixo X, e a altura dela (Eixo Y/Valores) mostra a quantidade — assim dá pra comparar visualmente qual é maior.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10964</TotalTime>
  <Words>1170</Words>
  <Application>Microsoft Office PowerPoint</Application>
  <PresentationFormat>Personalizar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2026-08-29T14:17:11Z</dcterms:modified>
  <dc:identifier>DAGGnDa8uXQ</dc:identifier>
</cp:coreProperties>
</file>