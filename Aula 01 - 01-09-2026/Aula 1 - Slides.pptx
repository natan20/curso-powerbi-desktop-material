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r>
              <a:rPr sz="2200" b="1">
                <a:solidFill>
                  <a:srgbClr val="333333"/>
                </a:solidFill>
                <a:latin typeface="Calibri"/>
              </a:rPr>
              <a:t>Por que assim? </a:t>
            </a:r>
            <a:r>
              <a:rPr sz="2200" b="0" i="1">
                <a:solidFill>
                  <a:srgbClr val="333333"/>
                </a:solidFill>
                <a:latin typeface="Calibri"/>
              </a:rPr>
              <a:t>Eixo X = categoria a comparar (Região); Valores/Eixo Y = número somado por categoria.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