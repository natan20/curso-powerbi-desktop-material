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308" r:id="rId29"/>
    <p:sldId id="301" r:id="rId22"/>
    <p:sldId id="302" r:id="rId23"/>
    <p:sldId id="303" r:id="rId24"/>
    <p:sldId id="304" r:id="rId25"/>
    <p:sldId id="305" r:id="rId26"/>
    <p:sldId id="309" r:id="rId30"/>
    <p:sldId id="306" r:id="rId27"/>
    <p:sldId id="307" r:id="rId28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7.xml"/><Relationship Id="rId3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00000" y="2900000"/>
            <a:ext cx="7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11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Construção de um Dashboard Completo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Turma 103788  ·  28/09/2026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13:15   Abertura e recap da aula anterior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13:15 – 14:15   Storytelling com dados e princípios de layout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14:15 – 15:00   Estrutura de um dashboard executivo e checklist de qualidade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15:00 – 15:15 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15:15 – 16:15   Consolidar tudo em um dashboard de uma página só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16:15 – 16:45   Checklist e ajustes finais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 Fechamento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AULA 11 · 28/09/2026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Construção de um Dashboard Completo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Storytelling com dados e boas práticas de layout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Por que isso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 dashboard confuso é ignorado, mesmo com os dados certos por trás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Boas práticas de layout são o que transforma dados em decisão rápida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Storytelling com dados: contar uma história com sequência lógica de visuais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Hierarquia visual: destaque para o que é mais importante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Alinhamento, espaçamento e agrupamento de elementos relacionados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Estrutura de um dashboard executivo: KPIs no topo, detalhes abaixo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Checklist de qualidade: título claro, cores consistentes, sem poluição visual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Alinhamento, espaçamento e agrupamento de elementos relacionados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Estrutura de um dashboard executivo: KPIs no topo, detalhes abaixo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Princípios de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Hierarquia visual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O elemento mais importante recebe mais destaque — maior, mais acima, com cor mais forte.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Alinhamento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Visuais alinhados em uma grade invisível transmitem organização e profissionalismo.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Espaçamento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Deixar “respiro” entre os visuais evita a sensação de poluição visual.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Agrupamento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Elementos relacionados (ex.: um KPI e o gráfico que o detalha) devem ficar próximos entre 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Checklist de qualidade: título claro, cores consistentes, sem poluição visual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Atividade prática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Passo a passo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1. Reunir os melhores visuais das aulas anteriores em uma página só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2. Posicionar 3 KPIs (cartões) no topo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3. Adicionar 1-2 segmentações visíveis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4. Organizar 4 visuais de detalhe abaixo, seguindo o checklist de qualidade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 dashboard de uma página com KPIs, segmentações e visuais de detalhe organizados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 layout que qualquer pessoa entende em menos de 10 segundos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Reunir os melhores visuais das aulas anteriores em uma página só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Posicionar 3 KPIs (cartões) no topo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Adicionar 1-2 segmentações visíveis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Organizar 4 visuais de detalhe abaixo, seguindo o checklist de qualidade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Storytelling com dados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Organizar os visuais em uma sequência lógica que conta uma história.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Hierarquia visual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Uso de tamanho, posição e cor para guiar o olhar do leitor.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Dashboard executivo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Painel enxuto com os KPIs mais importantes para decisão rápida.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KPI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Indicador-chave de desempenho, um número que resume o que importa acompanhar.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que significa “contar uma história” com os dados de um dashboard?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Cite dois princípios de layout e explique cada um com suas palavras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Quais elementos costumam ficar na faixa superior de um dashboard executivo?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Cite três itens do checklist de qualidade de um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Storytelling com dados: contar uma história com sequência lógica de visuais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Hierarquia visual: destaque para o que é mais importante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Alinhamento, espaçamento e agrupamento de elementos relacionados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Estrutura de um dashboard executivo: KPIs no topo, detalhes abaixo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Checklist de qualidade: título claro, cores consistentes, sem poluição visual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Próxima aula: publicação e compartilhamento no Power BI Service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