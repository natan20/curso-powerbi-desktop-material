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6.xml"/><Relationship Id="rId30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11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Construção de um Dashboard Completo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28/09/2026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Storytelling com dados e princípios de layout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Estrutura de um dashboard executivo e checklist de qualidade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Consolidar tudo em um dashboard de uma página só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11 · 28/09/2026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Construção de um Dashboard Completo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Storytelling com dados e boas práticas de layout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dashboard confuso é ignorado, mesmo com os dados certos por trás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Boas práticas de layout são o que transforma dados em decisão rápida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Storytelling com dados: contar uma história com sequência lógica de visuais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Hierarquia visual: destaque para o que é mais importante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Alinhamento, espaçamento e agrupamento de elementos relacionados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Estrutura de um dashboard executivo: KPIs no topo, detalhes abaixo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Checklist de qualidade: título claro, cores consistentes, sem poluição visual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Princípios de 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Hierarquia visual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 elemento mais importante recebe mais destaque — maior, mais acima, com cor mais forte.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Alinhamento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Visuais alinhados em uma grade invisível transmitem organização e profissionalismo.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Espaçamento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Deixar “respiro” entre os visuais evita a sensação de poluição visual.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Agrupamento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Elementos relacionados (ex.: um KPI e o gráfico que o detalha) devem ficar próximos entre si.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Reunir os melhores visuais das aulas anteriores em uma página só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Posicionar 3 KPIs (cartões) no topo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Adicionar 1-2 segmentações visíveis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Organizar 4 visuais de detalhe abaixo, seguindo o checklist de qualidade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dashboard de uma página com KPIs, segmentações e visuais de detalhe organizados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layout que qualquer pessoa entende em menos de 10 segundos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Reunir os melhores visuais das aulas anteriores em uma página só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Posicionar 3 KPIs (cartões) no topo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Adicionar 1-2 segmentações visíveis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Organizar 4 visuais de detalhe abaixo, seguindo o checklist de qualidade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Storytelling com dados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Organizar os visuais em uma sequência lógica que conta uma história.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Hierarquia visual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Uso de tamanho, posição e cor para guiar o olhar do leitor.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Dashboard executivo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Painel enxuto com os KPIs mais importantes para decisão rápida.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KPI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Indicador-chave de desempenho, um número que resume o que importa acompanhar.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significa “contar uma história” com os dados de um dashboard?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Cite dois princípios de layout e explique cada um com suas palavras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Quais elementos costumam ficar na faixa superior de um dashboard executivo?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Cite três itens do checklist de qualidade de um dashboard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Storytelling com dados: contar uma história com sequência lógica de visuais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Hierarquia visual: destaque para o que é mais importante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Alinhamento, espaçamento e agrupamento de elementos relacionados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Estrutura de um dashboard executivo: KPIs no topo, detalhes abaixo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Checklist de qualidade: título claro, cores consistentes, sem poluição visual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publicação e compartilhamento no Power BI Service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