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9" r:id="rId30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10" r:id="rId31"/>
    <p:sldId id="307" r:id="rId28"/>
    <p:sldId id="308" r:id="rId29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2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Conectando e Transformando Dados com Power Query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02/09/2026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Conectores de dados (Excel, CSV, SQL Server, nuvem, APIs)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Editor Power Query, linguagem M e limpeza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Limpeza do Vendas_Bruto_Para_Limpeza.xlsx + mesclar com Clientes.csv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2 · 02/09/2026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Conectando e Transformando Dados com Power 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Conectores de dados, Editor Power Query e limpeza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Dados no mundo real quase nunca chegam prontos: vêm com erros, duplicidade e formatos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Sem limpar e combinar as fontes corretamente, qualquer gráfico construído depois estará errado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Conectores de dados: Excel, CSV, SQL Server, serviços em nuvem e APIs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Editor Power Query e a linguagem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Limpeza de dados: colunas desnecessárias, linhas em branco, duplicatas, valores nulos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Correção de tipos de dados e datas em formatos diferentes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Aparar espaços extras (Trim) e padronizar texto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(nível de consulta) x Relacionar no modelo (aula 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Mesclar consultas x Relacionar tabelas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(Power Query): combina colunas de outra tabela dentro da consulta atual — duplica dados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Relacionar (Modelo): liga duas tabelas sem duplicar dados, mantendo-as separadas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Hoje vamos mesclar Vendas + Clientes no Power Query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Na Aula 3 vamos aprender a relacionar Vendas + Produtos no Modelo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Abrir Vendas_Bruto_Para_Limpeza.xlsx no Power Query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Remover colunas desnecessárias e linhas totalmente em branco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Remover duplicatas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Corrigir o tipo da coluna Data (formatos mistos)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5. Aparar espaços extras em Produto e Vendedor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6. Padronizar o texto de Canal de Venda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7. Conectar Clientes.csv e mesclar com Vendas por Cliente, trazendo Região e Segmento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tabela Vendas sem duplicatas, sem linhas vazias e com tipos de dados corretos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As colunas Região e Segmento de Clientes já visíveis na tabela de Vendas, trazidas pela mesclagem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Abrir Vendas_Bruto_Para_Limpeza.xlsx no Power Query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Remover colunas desnecessárias e linhas totalmente em branco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Remover duplicatas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Corrigir o tipo da coluna Data (formatos mistos)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Aparar espaços extras em Produto e Vendedor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Padronizar o texto de Canal de Venda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Conectar Clientes.csv e mesclar com Vendas por Cliente, trazendo Região e Segmento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Power Query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Ferramenta de conexão e transformação de dados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Linguagem M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Linguagem usada internamente pelo Power Query para descrever as transformações.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Etapas Aplicadas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Lista de passos de transformação registrados, executados em sequência.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Mesclar consultas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Combinar colunas de duas consultas com base em uma coluna em comum.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Anexar consultas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Empilhar linhas de duas consultas com a mesma estrutura.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Trim / Aparar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Remover espaços em branco extras no início/fim de um texto.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Conectores de dados: Excel, CSV, SQL Server, serviços em nuvem e APIs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O Editor Power Query e a linguagem 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Limpeza de dados: colunas desnecessárias, linhas em branco, duplicatas, valores nulos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Correção de tipos de dados e datas em formatos diferentes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Aparar espaços extras (Trim) e padronizar texto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Mesclar consultas (nível de consulta) x Relacionar no modelo (aula 3)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modelagem de dados e relacionamentos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Conhecendo o Editor Power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Abre em uma janela própria: Página Inicial → Transformar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Painel de Consultas (esquerda) — lista todas as fontes de dados conectadas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central — mostra uma prévia da tabela sendo transformada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Painel de Etapas Aplicadas (direita) — cada transformação vira uma etapa registrada, que pode ser reordenada, editada ou excluída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trás dos panos, cada etapa é escrita na linguagem 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Cite três tipos de conectores de dados do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o Editor Power Query?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Quais problemas de qualidade de dados vimos hoje, e como cada um foi corrigido?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mesclar consultas e criar um relacionamento no Modelo?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