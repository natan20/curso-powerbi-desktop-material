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298" r:id="rId9"/>
    <p:sldId id="309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10" r:id="rId19"/>
    <p:sldId id="307" r:id="rId20"/>
    <p:sldId id="308" r:id="rId21"/>
  </p:sldIdLst>
  <p:sldSz cx="18288000" cy="10287000"/>
  <p:notesSz cx="6858000" cy="9144000"/>
  <p:embeddedFontLst>
    <p:embeddedFont>
      <p:font typeface="Unbounded 1 Ultra-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2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Conectando e Transformando Dados com Power Query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02/09/2026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Conectores de dados (Excel, CSV, SQL Server, nuvem, APIs)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Editor Power Query, linguagem M e limpeza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Limpeza do Vendas_Bruto_Para_Limpeza.xlsx + mesclar com Clientes.csv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2 · 02/09/2026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Conectando e Transformando Dados com Power 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Conectores de dados, Editor Power Query e limpeza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Dados no mundo real quase nunca chegam prontos: vêm com erros, duplicidade e formatos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Sem limpar e combinar as fontes corretamente, qualquer gráfico construído depois estará errado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Conectores de dados: Excel, CSV, SQL Server, serviços em nuvem e APIs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Editor Power Query e a linguagem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Conhecendo o Editor Power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549800" cy="2272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Abre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em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uma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janela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própria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: Página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Inicial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→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Transformar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Dados</a:t>
            </a: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Consultas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(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esquerda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)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lista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todas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as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fontes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dados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conectadas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Área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central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mostra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uma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prévia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da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tabela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sendo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transformada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Etapas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Aplicadas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(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direita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)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transformação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vira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uma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etapa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registrada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que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pode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ser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reordenada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editada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excluída</a:t>
            </a:r>
            <a:endParaRPr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300" b="0" dirty="0">
                <a:solidFill>
                  <a:srgbClr val="333333"/>
                </a:solidFill>
                <a:latin typeface="Calibri"/>
              </a:rPr>
              <a:t>•  Por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trás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dos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panos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cada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etapa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é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escrita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linguagem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M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0F30D01-EEBC-3ACD-7D15-E6CE09669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199" y="5480196"/>
            <a:ext cx="9060741" cy="38932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Limpeza de dados: colunas desnecessárias, linhas em branco, duplicatas, valores nulos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Correção de tipos de dados e datas em formatos diferentes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Aparar espaços extras (Trim) e padronizar texto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(nível de consulta) x Relacionar no modelo (aula 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Mesclar consultas x Relacionar tabelas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(Power Query): combina colunas de outra tabela dentro da consulta atual — duplica dados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(Modelo): liga duas tabelas sem duplicar dados, mantendo-as separadas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Hoje vamos mesclar Vendas + Clientes no Power Query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Na Aula 3 vamos aprender a relacionar Vendas + Produtos no Modelo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Abrir Vendas_Bruto_Para_Limpeza.xlsx no Power Query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Remover colunas desnecessárias e linhas totalmente em branco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Remover duplicatas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Corrigir o tipo da coluna Data (formatos mistos)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Aparar espaços extras em Produto e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6. Padronizar o texto de Canal de Venda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7. Conectar Clientes.csv e mesclar com Vendas por Cliente, trazendo Região e Segmento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tabela Vendas sem duplicatas, sem linhas vazias e com tipos de dados corretos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As colunas Região e Segmento de Clientes já visíveis na tabela de Vendas, trazidas pela mesclagem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Abrir Vendas_Bruto_Para_Limpeza.xlsx no Power Query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Remover colunas desnecessárias e linhas totalmente em branco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Remover duplicatas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Corrigir o tipo da coluna Data (formatos mistos)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Aparar espaços extras em Produto e Vendedor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Padronizar o texto de Canal de Venda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Conectar Clientes.csv e mesclar com Vendas por Cliente, trazendo Região e Segmento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Power Query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Ferramenta de conexão e transformação de dados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Linguagem M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Linguagem usada internamente pelo Power Query para descrever as transformações.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Etapas Aplicadas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Lista de passos de transformação registrados, executados em sequência.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Mesclar consultas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Combinar colunas de duas consultas com base em uma coluna em comum.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Anexar consultas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Empilhar linhas de duas consultas com a mesma estrutura.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Trim / Aparar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Remover espaços em branco extras no início/fim de um texto.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três tipos de conectores de dados do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o Editor Power Query?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problemas de qualidade de dados vimos hoje, e como cada um foi corrigido?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mesclar consultas e criar um relacionamento no Modelo?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Conectores de dados: Excel, CSV, SQL Server, serviços em nuvem e APIs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Editor Power Query e a linguagem 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Limpeza de dados: colunas desnecessárias, linhas em branco, duplicatas, valores nulos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Correção de tipos de dados e datas em formatos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Aparar espaços extras (Trim) e padronizar texto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(nível de consulta) x Relacionar no modelo (aula 3)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modelagem de dados e relacionamentos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10923</TotalTime>
  <Words>847</Words>
  <Application>Microsoft Office PowerPoint</Application>
  <PresentationFormat>Personalizar</PresentationFormat>
  <Paragraphs>86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2026-08-29T21:25:30Z</dcterms:modified>
  <dc:identifier>DAGGnDa8uXQ</dc:identifier>
</cp:coreProperties>
</file>